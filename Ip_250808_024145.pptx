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" Type="http://schemas.openxmlformats.org/officeDocument/2006/relationships/slide" Target="slides/slide6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" Type="http://schemas.openxmlformats.org/officeDocument/2006/relationships/slide" Target="slides/slide7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" Type="http://schemas.openxmlformats.org/officeDocument/2006/relationships/slide" Target="slides/slide8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" Type="http://schemas.openxmlformats.org/officeDocument/2006/relationships/slide" Target="slides/slide9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" Type="http://schemas.openxmlformats.org/officeDocument/2006/relationships/slide" Target="slides/slide10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" Type="http://schemas.openxmlformats.org/officeDocument/2006/relationships/slide" Target="slides/slide11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" Type="http://schemas.openxmlformats.org/officeDocument/2006/relationships/slide" Target="slides/slide12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" Type="http://schemas.openxmlformats.org/officeDocument/2006/relationships/slide" Target="slides/slide13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Relationship Id="rId188" Type="http://schemas.openxmlformats.org/officeDocument/2006/relationships/slide" Target="slides/slide183.xml"/><Relationship Id="rId189" Type="http://schemas.openxmlformats.org/officeDocument/2006/relationships/slide" Target="slides/slide184.xml"/><Relationship Id="rId19" Type="http://schemas.openxmlformats.org/officeDocument/2006/relationships/slide" Target="slides/slide1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viewProps" Target="viewProps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" Type="http://schemas.openxmlformats.org/officeDocument/2006/relationships/theme" Target="theme/theme1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" Type="http://schemas.openxmlformats.org/officeDocument/2006/relationships/tableStyles" Target="tableStyles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" Type="http://schemas.openxmlformats.org/officeDocument/2006/relationships/slide" Target="slides/slide1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" Type="http://schemas.openxmlformats.org/officeDocument/2006/relationships/slide" Target="slides/slide2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" Type="http://schemas.openxmlformats.org/officeDocument/2006/relationships/slide" Target="slides/slide3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" Type="http://schemas.openxmlformats.org/officeDocument/2006/relationships/slide" Target="slides/slide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" Type="http://schemas.openxmlformats.org/officeDocument/2006/relationships/image" Target="../media/image1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" Type="http://schemas.openxmlformats.org/officeDocument/2006/relationships/image" Target="../media/image2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" Type="http://schemas.openxmlformats.org/officeDocument/2006/relationships/image" Target="../media/image2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2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" Type="http://schemas.openxmlformats.org/officeDocument/2006/relationships/image" Target="../media/image2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" Type="http://schemas.openxmlformats.org/officeDocument/2006/relationships/image" Target="../media/image3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3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" Type="http://schemas.openxmlformats.org/officeDocument/2006/relationships/image" Target="../media/image3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36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" Type="http://schemas.openxmlformats.org/officeDocument/2006/relationships/image" Target="../media/image38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" Type="http://schemas.openxmlformats.org/officeDocument/2006/relationships/image" Target="../media/image4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" Type="http://schemas.openxmlformats.org/officeDocument/2006/relationships/image" Target="../media/image4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" Type="http://schemas.openxmlformats.org/officeDocument/2006/relationships/image" Target="../media/image44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6" Type="http://schemas.openxmlformats.org/officeDocument/2006/relationships/image" Target="../media/image46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" Type="http://schemas.openxmlformats.org/officeDocument/2006/relationships/image" Target="../media/image48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0" Type="http://schemas.openxmlformats.org/officeDocument/2006/relationships/image" Target="../media/image50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" Type="http://schemas.openxmlformats.org/officeDocument/2006/relationships/image" Target="../media/image5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4" Type="http://schemas.openxmlformats.org/officeDocument/2006/relationships/image" Target="../media/image54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6" Type="http://schemas.openxmlformats.org/officeDocument/2006/relationships/image" Target="../media/image56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8" Type="http://schemas.openxmlformats.org/officeDocument/2006/relationships/image" Target="../media/image58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0" Type="http://schemas.openxmlformats.org/officeDocument/2006/relationships/image" Target="../media/image60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2" Type="http://schemas.openxmlformats.org/officeDocument/2006/relationships/image" Target="../media/image62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4" Type="http://schemas.openxmlformats.org/officeDocument/2006/relationships/image" Target="../media/image64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6" Type="http://schemas.openxmlformats.org/officeDocument/2006/relationships/image" Target="../media/image66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8" Type="http://schemas.openxmlformats.org/officeDocument/2006/relationships/image" Target="../media/image68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0" Type="http://schemas.openxmlformats.org/officeDocument/2006/relationships/image" Target="../media/image70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2" Type="http://schemas.openxmlformats.org/officeDocument/2006/relationships/image" Target="../media/image72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4" Type="http://schemas.openxmlformats.org/officeDocument/2006/relationships/image" Target="../media/image74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6" Type="http://schemas.openxmlformats.org/officeDocument/2006/relationships/image" Target="../media/image76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8" Type="http://schemas.openxmlformats.org/officeDocument/2006/relationships/image" Target="../media/image78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0" Type="http://schemas.openxmlformats.org/officeDocument/2006/relationships/image" Target="../media/image80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2" Type="http://schemas.openxmlformats.org/officeDocument/2006/relationships/image" Target="../media/image82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4" Type="http://schemas.openxmlformats.org/officeDocument/2006/relationships/image" Target="../media/image84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6" Type="http://schemas.openxmlformats.org/officeDocument/2006/relationships/image" Target="../media/image86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8" Type="http://schemas.openxmlformats.org/officeDocument/2006/relationships/image" Target="../media/image88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0" Type="http://schemas.openxmlformats.org/officeDocument/2006/relationships/image" Target="../media/image90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2" Type="http://schemas.openxmlformats.org/officeDocument/2006/relationships/image" Target="../media/image92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4" Type="http://schemas.openxmlformats.org/officeDocument/2006/relationships/image" Target="../media/image94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6" Type="http://schemas.openxmlformats.org/officeDocument/2006/relationships/image" Target="../media/image96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8" Type="http://schemas.openxmlformats.org/officeDocument/2006/relationships/image" Target="../media/image98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0" Type="http://schemas.openxmlformats.org/officeDocument/2006/relationships/image" Target="../media/image100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2" Type="http://schemas.openxmlformats.org/officeDocument/2006/relationships/image" Target="../media/image102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4" Type="http://schemas.openxmlformats.org/officeDocument/2006/relationships/image" Target="../media/image104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6" Type="http://schemas.openxmlformats.org/officeDocument/2006/relationships/image" Target="../media/image106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8" Type="http://schemas.openxmlformats.org/officeDocument/2006/relationships/image" Target="../media/image108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0" Type="http://schemas.openxmlformats.org/officeDocument/2006/relationships/image" Target="../media/image110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2" Type="http://schemas.openxmlformats.org/officeDocument/2006/relationships/image" Target="../media/image112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4" Type="http://schemas.openxmlformats.org/officeDocument/2006/relationships/image" Target="../media/image114.pn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6" Type="http://schemas.openxmlformats.org/officeDocument/2006/relationships/image" Target="../media/image116.pn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8" Type="http://schemas.openxmlformats.org/officeDocument/2006/relationships/image" Target="../media/image118.png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0" Type="http://schemas.openxmlformats.org/officeDocument/2006/relationships/image" Target="../media/image120.png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2" Type="http://schemas.openxmlformats.org/officeDocument/2006/relationships/image" Target="../media/image122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4" Type="http://schemas.openxmlformats.org/officeDocument/2006/relationships/image" Target="../media/image124.pn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6" Type="http://schemas.openxmlformats.org/officeDocument/2006/relationships/image" Target="../media/image126.png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8" Type="http://schemas.openxmlformats.org/officeDocument/2006/relationships/image" Target="../media/image128.pn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0" Type="http://schemas.openxmlformats.org/officeDocument/2006/relationships/image" Target="../media/image130.png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2" Type="http://schemas.openxmlformats.org/officeDocument/2006/relationships/image" Target="../media/image132.png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4" Type="http://schemas.openxmlformats.org/officeDocument/2006/relationships/image" Target="../media/image134.png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6" Type="http://schemas.openxmlformats.org/officeDocument/2006/relationships/image" Target="../media/image136.png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8" Type="http://schemas.openxmlformats.org/officeDocument/2006/relationships/image" Target="../media/image138.png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0" Type="http://schemas.openxmlformats.org/officeDocument/2006/relationships/image" Target="../media/image140.png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2" Type="http://schemas.openxmlformats.org/officeDocument/2006/relationships/image" Target="../media/image142.png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4" Type="http://schemas.openxmlformats.org/officeDocument/2006/relationships/image" Target="../media/image144.png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6" Type="http://schemas.openxmlformats.org/officeDocument/2006/relationships/image" Target="../media/image146.png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8" Type="http://schemas.openxmlformats.org/officeDocument/2006/relationships/image" Target="../media/image148.png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0" Type="http://schemas.openxmlformats.org/officeDocument/2006/relationships/image" Target="../media/image150.png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2" Type="http://schemas.openxmlformats.org/officeDocument/2006/relationships/image" Target="../media/image152.png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4" Type="http://schemas.openxmlformats.org/officeDocument/2006/relationships/image" Target="../media/image154.png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6" Type="http://schemas.openxmlformats.org/officeDocument/2006/relationships/image" Target="../media/image156.png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8" Type="http://schemas.openxmlformats.org/officeDocument/2006/relationships/image" Target="../media/image158.png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0" Type="http://schemas.openxmlformats.org/officeDocument/2006/relationships/image" Target="../media/image160.png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2" Type="http://schemas.openxmlformats.org/officeDocument/2006/relationships/image" Target="../media/image162.png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4" Type="http://schemas.openxmlformats.org/officeDocument/2006/relationships/image" Target="../media/image164.png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6" Type="http://schemas.openxmlformats.org/officeDocument/2006/relationships/image" Target="../media/image166.png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8" Type="http://schemas.openxmlformats.org/officeDocument/2006/relationships/image" Target="../media/image168.png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0" Type="http://schemas.openxmlformats.org/officeDocument/2006/relationships/image" Target="../media/image170.png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2" Type="http://schemas.openxmlformats.org/officeDocument/2006/relationships/image" Target="../media/image172.png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4" Type="http://schemas.openxmlformats.org/officeDocument/2006/relationships/image" Target="../media/image174.png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6" Type="http://schemas.openxmlformats.org/officeDocument/2006/relationships/image" Target="../media/image176.png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8" Type="http://schemas.openxmlformats.org/officeDocument/2006/relationships/image" Target="../media/image178.png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0" Type="http://schemas.openxmlformats.org/officeDocument/2006/relationships/image" Target="../media/image180.png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2" Type="http://schemas.openxmlformats.org/officeDocument/2006/relationships/image" Target="../media/image182.png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4" Type="http://schemas.openxmlformats.org/officeDocument/2006/relationships/image" Target="../media/image184.png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6" Type="http://schemas.openxmlformats.org/officeDocument/2006/relationships/image" Target="../media/image186.png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8" Type="http://schemas.openxmlformats.org/officeDocument/2006/relationships/image" Target="../media/image188.png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0" Type="http://schemas.openxmlformats.org/officeDocument/2006/relationships/image" Target="../media/image190.png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2" Type="http://schemas.openxmlformats.org/officeDocument/2006/relationships/image" Target="../media/image192.png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4" Type="http://schemas.openxmlformats.org/officeDocument/2006/relationships/image" Target="../media/image194.png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6" Type="http://schemas.openxmlformats.org/officeDocument/2006/relationships/image" Target="../media/image196.png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8" Type="http://schemas.openxmlformats.org/officeDocument/2006/relationships/image" Target="../media/image198.png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0" Type="http://schemas.openxmlformats.org/officeDocument/2006/relationships/image" Target="../media/image200.png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2" Type="http://schemas.openxmlformats.org/officeDocument/2006/relationships/image" Target="../media/image202.png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4" Type="http://schemas.openxmlformats.org/officeDocument/2006/relationships/image" Target="../media/image204.png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6" Type="http://schemas.openxmlformats.org/officeDocument/2006/relationships/image" Target="../media/image206.png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8" Type="http://schemas.openxmlformats.org/officeDocument/2006/relationships/image" Target="../media/image208.png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0" Type="http://schemas.openxmlformats.org/officeDocument/2006/relationships/image" Target="../media/image210.png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12.png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4" Type="http://schemas.openxmlformats.org/officeDocument/2006/relationships/image" Target="../media/image214.png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6" Type="http://schemas.openxmlformats.org/officeDocument/2006/relationships/image" Target="../media/image216.png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8" Type="http://schemas.openxmlformats.org/officeDocument/2006/relationships/image" Target="../media/image218.png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0" Type="http://schemas.openxmlformats.org/officeDocument/2006/relationships/image" Target="../media/image220.png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2" Type="http://schemas.openxmlformats.org/officeDocument/2006/relationships/image" Target="../media/image222.png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4" Type="http://schemas.openxmlformats.org/officeDocument/2006/relationships/image" Target="../media/image224.png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6" Type="http://schemas.openxmlformats.org/officeDocument/2006/relationships/image" Target="../media/image226.png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8" Type="http://schemas.openxmlformats.org/officeDocument/2006/relationships/image" Target="../media/image228.png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0" Type="http://schemas.openxmlformats.org/officeDocument/2006/relationships/image" Target="../media/image230.png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2" Type="http://schemas.openxmlformats.org/officeDocument/2006/relationships/image" Target="../media/image232.png"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4" Type="http://schemas.openxmlformats.org/officeDocument/2006/relationships/image" Target="../media/image234.png"/></Relationships>
</file>

<file path=ppt/slides/_rels/slide1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6" Type="http://schemas.openxmlformats.org/officeDocument/2006/relationships/image" Target="../media/image236.png"/></Relationships>
</file>

<file path=ppt/slides/_rels/slide1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8" Type="http://schemas.openxmlformats.org/officeDocument/2006/relationships/image" Target="../media/image238.png"/></Relationships>
</file>

<file path=ppt/slides/_rels/slide1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0" Type="http://schemas.openxmlformats.org/officeDocument/2006/relationships/image" Target="../media/image240.png"/></Relationships>
</file>

<file path=ppt/slides/_rels/slide1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2" Type="http://schemas.openxmlformats.org/officeDocument/2006/relationships/image" Target="../media/image242.png"/></Relationships>
</file>

<file path=ppt/slides/_rels/slide1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4" Type="http://schemas.openxmlformats.org/officeDocument/2006/relationships/image" Target="../media/image244.png"/></Relationships>
</file>

<file path=ppt/slides/_rels/slide1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6" Type="http://schemas.openxmlformats.org/officeDocument/2006/relationships/image" Target="../media/image246.png"/></Relationships>
</file>

<file path=ppt/slides/_rels/slide1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8" Type="http://schemas.openxmlformats.org/officeDocument/2006/relationships/image" Target="../media/image248.png"/></Relationships>
</file>

<file path=ppt/slides/_rels/slide1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0" Type="http://schemas.openxmlformats.org/officeDocument/2006/relationships/image" Target="../media/image250.png"/></Relationships>
</file>

<file path=ppt/slides/_rels/slide1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2" Type="http://schemas.openxmlformats.org/officeDocument/2006/relationships/image" Target="../media/image252.png"/></Relationships>
</file>

<file path=ppt/slides/_rels/slide1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4" Type="http://schemas.openxmlformats.org/officeDocument/2006/relationships/image" Target="../media/image254.png"/></Relationships>
</file>

<file path=ppt/slides/_rels/slide1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6" Type="http://schemas.openxmlformats.org/officeDocument/2006/relationships/image" Target="../media/image256.png"/></Relationships>
</file>

<file path=ppt/slides/_rels/slide1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8" Type="http://schemas.openxmlformats.org/officeDocument/2006/relationships/image" Target="../media/image258.png"/></Relationships>
</file>

<file path=ppt/slides/_rels/slide1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0" Type="http://schemas.openxmlformats.org/officeDocument/2006/relationships/image" Target="../media/image260.png"/></Relationships>
</file>

<file path=ppt/slides/_rels/slide1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2" Type="http://schemas.openxmlformats.org/officeDocument/2006/relationships/image" Target="../media/image262.png"/></Relationships>
</file>

<file path=ppt/slides/_rels/slide1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4" Type="http://schemas.openxmlformats.org/officeDocument/2006/relationships/image" Target="../media/image264.png"/></Relationships>
</file>

<file path=ppt/slides/_rels/slide1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6" Type="http://schemas.openxmlformats.org/officeDocument/2006/relationships/image" Target="../media/image266.png"/></Relationships>
</file>

<file path=ppt/slides/_rels/slide1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8" Type="http://schemas.openxmlformats.org/officeDocument/2006/relationships/image" Target="../media/image268.png"/></Relationships>
</file>

<file path=ppt/slides/_rels/slide1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0" Type="http://schemas.openxmlformats.org/officeDocument/2006/relationships/image" Target="../media/image270.png"/></Relationships>
</file>

<file path=ppt/slides/_rels/slide1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2" Type="http://schemas.openxmlformats.org/officeDocument/2006/relationships/image" Target="../media/image272.png"/></Relationships>
</file>

<file path=ppt/slides/_rels/slide1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4" Type="http://schemas.openxmlformats.org/officeDocument/2006/relationships/image" Target="../media/image274.png"/></Relationships>
</file>

<file path=ppt/slides/_rels/slide1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6" Type="http://schemas.openxmlformats.org/officeDocument/2006/relationships/image" Target="../media/image276.png"/></Relationships>
</file>

<file path=ppt/slides/_rels/slide1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8" Type="http://schemas.openxmlformats.org/officeDocument/2006/relationships/image" Target="../media/image278.png"/></Relationships>
</file>

<file path=ppt/slides/_rels/slide1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0" Type="http://schemas.openxmlformats.org/officeDocument/2006/relationships/image" Target="../media/image280.png"/></Relationships>
</file>

<file path=ppt/slides/_rels/slide1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2" Type="http://schemas.openxmlformats.org/officeDocument/2006/relationships/image" Target="../media/image282.png"/></Relationships>
</file>

<file path=ppt/slides/_rels/slide1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4" Type="http://schemas.openxmlformats.org/officeDocument/2006/relationships/image" Target="../media/image284.png"/></Relationships>
</file>

<file path=ppt/slides/_rels/slide1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6" Type="http://schemas.openxmlformats.org/officeDocument/2006/relationships/image" Target="../media/image286.png"/></Relationships>
</file>

<file path=ppt/slides/_rels/slide1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8" Type="http://schemas.openxmlformats.org/officeDocument/2006/relationships/image" Target="../media/image288.png"/></Relationships>
</file>

<file path=ppt/slides/_rels/slide1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0" Type="http://schemas.openxmlformats.org/officeDocument/2006/relationships/image" Target="../media/image290.png"/></Relationships>
</file>

<file path=ppt/slides/_rels/slide1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2" Type="http://schemas.openxmlformats.org/officeDocument/2006/relationships/image" Target="../media/image292.png"/></Relationships>
</file>

<file path=ppt/slides/_rels/slide1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4" Type="http://schemas.openxmlformats.org/officeDocument/2006/relationships/image" Target="../media/image294.png"/></Relationships>
</file>

<file path=ppt/slides/_rels/slide1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6" Type="http://schemas.openxmlformats.org/officeDocument/2006/relationships/image" Target="../media/image296.png"/></Relationships>
</file>

<file path=ppt/slides/_rels/slide1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8" Type="http://schemas.openxmlformats.org/officeDocument/2006/relationships/image" Target="../media/image298.png"/></Relationships>
</file>

<file path=ppt/slides/_rels/slide1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0" Type="http://schemas.openxmlformats.org/officeDocument/2006/relationships/image" Target="../media/image300.png"/></Relationships>
</file>

<file path=ppt/slides/_rels/slide1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2" Type="http://schemas.openxmlformats.org/officeDocument/2006/relationships/image" Target="../media/image302.png"/></Relationships>
</file>

<file path=ppt/slides/_rels/slide1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4" Type="http://schemas.openxmlformats.org/officeDocument/2006/relationships/image" Target="../media/image304.png"/></Relationships>
</file>

<file path=ppt/slides/_rels/slide1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6" Type="http://schemas.openxmlformats.org/officeDocument/2006/relationships/image" Target="../media/image306.png"/></Relationships>
</file>

<file path=ppt/slides/_rels/slide1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8" Type="http://schemas.openxmlformats.org/officeDocument/2006/relationships/image" Target="../media/image308.png"/></Relationships>
</file>

<file path=ppt/slides/_rels/slide1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0" Type="http://schemas.openxmlformats.org/officeDocument/2006/relationships/image" Target="../media/image310.png"/></Relationships>
</file>

<file path=ppt/slides/_rels/slide1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2" Type="http://schemas.openxmlformats.org/officeDocument/2006/relationships/image" Target="../media/image312.png"/></Relationships>
</file>

<file path=ppt/slides/_rels/slide1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4" Type="http://schemas.openxmlformats.org/officeDocument/2006/relationships/image" Target="../media/image314.png"/></Relationships>
</file>

<file path=ppt/slides/_rels/slide1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6" Type="http://schemas.openxmlformats.org/officeDocument/2006/relationships/image" Target="../media/image316.png"/></Relationships>
</file>

<file path=ppt/slides/_rels/slide1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8" Type="http://schemas.openxmlformats.org/officeDocument/2006/relationships/image" Target="../media/image318.png"/></Relationships>
</file>

<file path=ppt/slides/_rels/slide1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0" Type="http://schemas.openxmlformats.org/officeDocument/2006/relationships/image" Target="../media/image320.png"/></Relationships>
</file>

<file path=ppt/slides/_rels/slide1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2" Type="http://schemas.openxmlformats.org/officeDocument/2006/relationships/image" Target="../media/image322.png"/></Relationships>
</file>

<file path=ppt/slides/_rels/slide1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4" Type="http://schemas.openxmlformats.org/officeDocument/2006/relationships/image" Target="../media/image324.png"/></Relationships>
</file>

<file path=ppt/slides/_rels/slide1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6" Type="http://schemas.openxmlformats.org/officeDocument/2006/relationships/image" Target="../media/image326.png"/></Relationships>
</file>

<file path=ppt/slides/_rels/slide1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8" Type="http://schemas.openxmlformats.org/officeDocument/2006/relationships/image" Target="../media/image328.png"/></Relationships>
</file>

<file path=ppt/slides/_rels/slide1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0" Type="http://schemas.openxmlformats.org/officeDocument/2006/relationships/image" Target="../media/image330.png"/></Relationships>
</file>

<file path=ppt/slides/_rels/slide1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2" Type="http://schemas.openxmlformats.org/officeDocument/2006/relationships/image" Target="../media/image332.png"/></Relationships>
</file>

<file path=ppt/slides/_rels/slide1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4" Type="http://schemas.openxmlformats.org/officeDocument/2006/relationships/image" Target="../media/image334.png"/></Relationships>
</file>

<file path=ppt/slides/_rels/slide1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6" Type="http://schemas.openxmlformats.org/officeDocument/2006/relationships/image" Target="../media/image336.png"/></Relationships>
</file>

<file path=ppt/slides/_rels/slide1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8" Type="http://schemas.openxmlformats.org/officeDocument/2006/relationships/image" Target="../media/image338.png"/></Relationships>
</file>

<file path=ppt/slides/_rels/slide1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0" Type="http://schemas.openxmlformats.org/officeDocument/2006/relationships/image" Target="../media/image340.png"/></Relationships>
</file>

<file path=ppt/slides/_rels/slide1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2" Type="http://schemas.openxmlformats.org/officeDocument/2006/relationships/image" Target="../media/image342.png"/></Relationships>
</file>

<file path=ppt/slides/_rels/slide1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4" Type="http://schemas.openxmlformats.org/officeDocument/2006/relationships/image" Target="../media/image344.png"/></Relationships>
</file>

<file path=ppt/slides/_rels/slide1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6" Type="http://schemas.openxmlformats.org/officeDocument/2006/relationships/image" Target="../media/image346.png"/></Relationships>
</file>

<file path=ppt/slides/_rels/slide1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8" Type="http://schemas.openxmlformats.org/officeDocument/2006/relationships/image" Target="../media/image348.png"/></Relationships>
</file>

<file path=ppt/slides/_rels/slide1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0" Type="http://schemas.openxmlformats.org/officeDocument/2006/relationships/image" Target="../media/image350.png"/></Relationships>
</file>

<file path=ppt/slides/_rels/slide1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2" Type="http://schemas.openxmlformats.org/officeDocument/2006/relationships/image" Target="../media/image352.png"/></Relationships>
</file>

<file path=ppt/slides/_rels/slide1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4" Type="http://schemas.openxmlformats.org/officeDocument/2006/relationships/image" Target="../media/image354.png"/></Relationships>
</file>

<file path=ppt/slides/_rels/slide1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6" Type="http://schemas.openxmlformats.org/officeDocument/2006/relationships/image" Target="../media/image356.png"/></Relationships>
</file>

<file path=ppt/slides/_rels/slide1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8" Type="http://schemas.openxmlformats.org/officeDocument/2006/relationships/image" Target="../media/image358.png"/></Relationships>
</file>

<file path=ppt/slides/_rels/slide1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0" Type="http://schemas.openxmlformats.org/officeDocument/2006/relationships/image" Target="../media/image360.png"/></Relationships>
</file>

<file path=ppt/slides/_rels/slide1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2" Type="http://schemas.openxmlformats.org/officeDocument/2006/relationships/image" Target="../media/image362.png"/></Relationships>
</file>

<file path=ppt/slides/_rels/slide1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4" Type="http://schemas.openxmlformats.org/officeDocument/2006/relationships/image" Target="../media/image364.png"/></Relationships>
</file>

<file path=ppt/slides/_rels/slide1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6" Type="http://schemas.openxmlformats.org/officeDocument/2006/relationships/image" Target="../media/image366.png"/></Relationships>
</file>

<file path=ppt/slides/_rels/slide1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8" Type="http://schemas.openxmlformats.org/officeDocument/2006/relationships/image" Target="../media/image36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{</a:t>
            </a:r>
          </a:p>
          <a:p>
            <a:r>
              <a:rPr lang="en-US" sz="3700">
                <a:solidFill>
                  <a:srgbClr val="252525"/>
                </a:solidFill>
              </a:rPr>
              <a:t>    "creationDate": "2025-08-07T05:35:46.755536",</a:t>
            </a:r>
          </a:p>
          <a:p>
            <a:r>
              <a:rPr lang="en-US" sz="3700">
                <a:solidFill>
                  <a:srgbClr val="252525"/>
                </a:solidFill>
              </a:rPr>
              <a:t>    "syncToken": 1754544946,</a:t>
            </a:r>
          </a:p>
          <a:p>
            <a:r>
              <a:rPr lang="en-US" sz="3700">
                <a:solidFill>
                  <a:srgbClr val="252525"/>
                </a:solidFill>
              </a:rPr>
              <a:t>    "items":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"23.249.208.0",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20,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"23.249.208.0/20",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"255.255.240.0",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" id="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"23.251.224.0",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19,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"23.251.224.0/19",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"255.255.224.0",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"52.82.172.0",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"52.82.172.0/22",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"255.255.252.0",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"54.240.0.0",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18,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"54.240.0.0/18",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"255.255.192.0",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"54.240.64.0",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19,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"54.240.64.0/19",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"255.255.224.0",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"54.240.96.0",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19,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"54.240.96.0/19",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"255.255.224.0",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"69.169.224.0",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20,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"69.169.224.0/20",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" id="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"mask": "255.255.240.0",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"76.223.144.220",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31,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"76.223.144.220/31",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" id="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"76.223.147.128",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25,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"76.223.147.128/25",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"255.255.255.128",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" id="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"76.223.176.0",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20,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"76.223.176.0/20",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"255.255.240.0",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"147.253.208.0",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20,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" id="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"cidr": "147.253.208.0/20",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"255.255.240.0",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"156.70.150.12",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30,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"156.70.150.12/30",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" id="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"156.70.150.16",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29,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"156.70.150.16/29",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" id="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"167.89.0.0",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17,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"167.89.0.0/17",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"255.255.128.0",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"168.245.0.0",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" id="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"mask_len": 17,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"168.245.0.0/17",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"255.255.128.0",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"192.174.80.0",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20,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"192.174.80.0/20",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"255.255.240.0",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" id="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"199.127.232.0",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"199.127.232.0/22",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"255.255.252.0",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" id="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"199.255.192.0",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"199.255.192.0/22",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"255.255.252.0",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" id="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"network": "104.192.136.0",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21,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"104.192.136.0/21",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"255.255.248.0",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"ca-central-1",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" id="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"185.166.140.0",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"185.166.140.0/22",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"255.255.252.0",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" id="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"2401:1d80:3000::",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36,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"2401:1d80:3000::/36",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"ffff:ffff:f000::",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" id="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"ap-northeast-1",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"ca-central-1",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"sa-east-1",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" id="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"34.218.156.209",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"34.218.156.209/32",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" id="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"34.218.168.212",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"34.218.168.212/32",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" id="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"52.41.219.63",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"52.41.219.63/32",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"18.246.31.208",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"18.246.31.208/28",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4" id="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"rovo-crawler"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"185.166.140.112",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"185.166.140.112/28",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6" id="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"2401:1d80:3200::",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"2401:1d80:3200::/64",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8" id="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"2401:1d80:3200:2::",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"2401:1d80:3200:2::/64",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0" id="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"2401:1d80:3200:5::",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"2401:1d80:3200:5::/64",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"ap-northeast-1"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" id="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"43.202.69.96",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"43.202.69.96/28",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4" id="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"2401:1d80:3228::",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"2401:1d80:3228::/64",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6" id="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"2401:1d80:3228:1::",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"2401:1d80:3228:1::/64",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8" id="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"2401:1d80:3228:4::",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0" id="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"cidr": "2401:1d80:3228:4::/64",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"2401:1d80:3204:4::",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2" id="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"2401:1d80:3204:4::/64",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4" id="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"2401:1d80:3204:3::",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"2401:1d80:3204:3::/64",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6" id="6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6" id="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"2401:1d80:3204:5::",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"2401:1d80:3204:5::/64",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8" id="6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8" id="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"104.192.137.240",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"104.192.137.240/28",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0" id="70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0" id="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"2401:1d80:3208:5::",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"2401:1d80:3208:5::/64",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2" id="72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2" id="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"2401:1d80:3208:3::",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"2401:1d80:3208:3::/64",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4" id="74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4" id="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"2401:1d80:3208:4::",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"2401:1d80:3208:4::/64",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6" id="76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6" id="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"104.192.143.240",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"104.192.143.240/28",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8" id="78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8" id="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"13.200.41.224",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"13.200.41.224/28",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"ap-south-1"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0" id="80"/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0" id="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"2401:1d80:322c::",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"2401:1d80:322c::/64",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2" id="82"/>
          <p:cNvPicPr>
            <a:picLocks noChangeAspect="true"/>
          </p:cNvPicPr>
          <p:nvPr/>
        </p:nvPicPr>
        <p:blipFill>
          <a:blip r:embed="rId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2" id="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"ap-south-1"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"2401:1d80:322c:1::",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"2401:1d80:322c:1::/64",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4" id="84"/>
          <p:cNvPicPr>
            <a:picLocks noChangeAspect="true"/>
          </p:cNvPicPr>
          <p:nvPr/>
        </p:nvPicPr>
        <p:blipFill>
          <a:blip r:embed="rId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4" id="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"2401:1d80:322c:4::",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"2401:1d80:322c:4::/64",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6" id="86"/>
          <p:cNvPicPr>
            <a:picLocks noChangeAspect="true"/>
          </p:cNvPicPr>
          <p:nvPr/>
        </p:nvPicPr>
        <p:blipFill>
          <a:blip r:embed="rId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6" id="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"18.136.214.96",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8" id="88"/>
          <p:cNvPicPr>
            <a:picLocks noChangeAspect="true"/>
          </p:cNvPicPr>
          <p:nvPr/>
        </p:nvPicPr>
        <p:blipFill>
          <a:blip r:embed="rId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8" id="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"cidr": "18.136.214.96/28",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0" id="90"/>
          <p:cNvPicPr>
            <a:picLocks noChangeAspect="true"/>
          </p:cNvPicPr>
          <p:nvPr/>
        </p:nvPicPr>
        <p:blipFill>
          <a:blip r:embed="rId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0" id="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"network": "13.236.8.224",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"13.236.8.224/28",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2" id="92"/>
          <p:cNvPicPr>
            <a:picLocks noChangeAspect="true"/>
          </p:cNvPicPr>
          <p:nvPr/>
        </p:nvPicPr>
        <p:blipFill>
          <a:blip r:embed="rId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2" id="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"104.192.136.240",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"104.192.136.240/28",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"ca-central-1"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4" id="94"/>
          <p:cNvPicPr>
            <a:picLocks noChangeAspect="true"/>
          </p:cNvPicPr>
          <p:nvPr/>
        </p:nvPicPr>
        <p:blipFill>
          <a:blip r:embed="rId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4" id="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"2401:1d80:320c::",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"2401:1d80:320c::/64",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"ca-central-1"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6" id="96"/>
          <p:cNvPicPr>
            <a:picLocks noChangeAspect="true"/>
          </p:cNvPicPr>
          <p:nvPr/>
        </p:nvPicPr>
        <p:blipFill>
          <a:blip r:embed="rId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6" id="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"2401:1d80:320c:1::",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"2401:1d80:320c:1::/64",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"ca-central-1"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8" id="98"/>
          <p:cNvPicPr>
            <a:picLocks noChangeAspect="true"/>
          </p:cNvPicPr>
          <p:nvPr/>
        </p:nvPicPr>
        <p:blipFill>
          <a:blip r:embed="rId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8" id="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"2401:1d80:320c:2::",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"2401:1d80:320c:2::/64",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"ca-central-1"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0" id="100"/>
          <p:cNvPicPr>
            <a:picLocks noChangeAspect="true"/>
          </p:cNvPicPr>
          <p:nvPr/>
        </p:nvPicPr>
        <p:blipFill>
          <a:blip r:embed="rId1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0" id="1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"2401:1d80:3210:5::",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"2401:1d80:3210:5::/64",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2" id="102"/>
          <p:cNvPicPr>
            <a:picLocks noChangeAspect="true"/>
          </p:cNvPicPr>
          <p:nvPr/>
        </p:nvPicPr>
        <p:blipFill>
          <a:blip r:embed="rId1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2" id="1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"2401:1d80:3210:4::",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"2401:1d80:3210:4::/64",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4" id="104"/>
          <p:cNvPicPr>
            <a:picLocks noChangeAspect="true"/>
          </p:cNvPicPr>
          <p:nvPr/>
        </p:nvPicPr>
        <p:blipFill>
          <a:blip r:embed="rId1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4" id="1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"2401:1d80:3210:3::",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"2401:1d80:3210:3::/64",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6" id="106"/>
          <p:cNvPicPr>
            <a:picLocks noChangeAspect="true"/>
          </p:cNvPicPr>
          <p:nvPr/>
        </p:nvPicPr>
        <p:blipFill>
          <a:blip r:embed="rId1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6" id="1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"18.184.99.224",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"18.184.99.224/28",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8" id="108"/>
          <p:cNvPicPr>
            <a:picLocks noChangeAspect="true"/>
          </p:cNvPicPr>
          <p:nvPr/>
        </p:nvPicPr>
        <p:blipFill>
          <a:blip r:embed="rId1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8" id="1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"185.166.143.240",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"185.166.143.240/28",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0" id="110"/>
          <p:cNvPicPr>
            <a:picLocks noChangeAspect="true"/>
          </p:cNvPicPr>
          <p:nvPr/>
        </p:nvPicPr>
        <p:blipFill>
          <a:blip r:embed="rId1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0" id="1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"16.63.53.224",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"16.63.53.224/28",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2" id="112"/>
          <p:cNvPicPr>
            <a:picLocks noChangeAspect="true"/>
          </p:cNvPicPr>
          <p:nvPr/>
        </p:nvPicPr>
        <p:blipFill>
          <a:blip r:embed="rId1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2" id="1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"eu-central-2"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"2401:1d80:3230::",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"2401:1d80:3230::/64",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4" id="114"/>
          <p:cNvPicPr>
            <a:picLocks noChangeAspect="true"/>
          </p:cNvPicPr>
          <p:nvPr/>
        </p:nvPicPr>
        <p:blipFill>
          <a:blip r:embed="rId1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4" id="1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"2401:1d80:3230:2::",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"2401:1d80:3230:2::/64",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6" id="116"/>
          <p:cNvPicPr>
            <a:picLocks noChangeAspect="true"/>
          </p:cNvPicPr>
          <p:nvPr/>
        </p:nvPicPr>
        <p:blipFill>
          <a:blip r:embed="rId1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6" id="1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"2401:1d80:3230:4::",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8" id="118"/>
          <p:cNvPicPr>
            <a:picLocks noChangeAspect="true"/>
          </p:cNvPicPr>
          <p:nvPr/>
        </p:nvPicPr>
        <p:blipFill>
          <a:blip r:embed="rId1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8" id="1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"cidr": "2401:1d80:3230:4::/64",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"2401:1d80:3214:4::",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0" id="120"/>
          <p:cNvPicPr>
            <a:picLocks noChangeAspect="true"/>
          </p:cNvPicPr>
          <p:nvPr/>
        </p:nvPicPr>
        <p:blipFill>
          <a:blip r:embed="rId1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0" id="1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"2401:1d80:3214:4::/64",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2" id="122"/>
          <p:cNvPicPr>
            <a:picLocks noChangeAspect="true"/>
          </p:cNvPicPr>
          <p:nvPr/>
        </p:nvPicPr>
        <p:blipFill>
          <a:blip r:embed="rId1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2" id="1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"2401:1d80:3214:3::",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"2401:1d80:3214:3::/64",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4" id="124"/>
          <p:cNvPicPr>
            <a:picLocks noChangeAspect="true"/>
          </p:cNvPicPr>
          <p:nvPr/>
        </p:nvPicPr>
        <p:blipFill>
          <a:blip r:embed="rId1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4" id="1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"2401:1d80:3214:5::",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"2401:1d80:3214:5::/64",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6" id="126"/>
          <p:cNvPicPr>
            <a:picLocks noChangeAspect="true"/>
          </p:cNvPicPr>
          <p:nvPr/>
        </p:nvPicPr>
        <p:blipFill>
          <a:blip r:embed="rId1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6" id="1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"52.215.192.224",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"52.215.192.224/28",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8" id="128"/>
          <p:cNvPicPr>
            <a:picLocks noChangeAspect="true"/>
          </p:cNvPicPr>
          <p:nvPr/>
        </p:nvPicPr>
        <p:blipFill>
          <a:blip r:embed="rId1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8" id="1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"185.166.142.240",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"185.166.142.240/28",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0" id="130"/>
          <p:cNvPicPr>
            <a:picLocks noChangeAspect="true"/>
          </p:cNvPicPr>
          <p:nvPr/>
        </p:nvPicPr>
        <p:blipFill>
          <a:blip r:embed="rId1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0" id="1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"185.166.141.112",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"185.166.141.112/28",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2" id="132"/>
          <p:cNvPicPr>
            <a:picLocks noChangeAspect="true"/>
          </p:cNvPicPr>
          <p:nvPr/>
        </p:nvPicPr>
        <p:blipFill>
          <a:blip r:embed="rId1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2" id="1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"2401:1d80:3218::",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"2401:1d80:3218::/64",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4" id="134"/>
          <p:cNvPicPr>
            <a:picLocks noChangeAspect="true"/>
          </p:cNvPicPr>
          <p:nvPr/>
        </p:nvPicPr>
        <p:blipFill>
          <a:blip r:embed="rId1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4" id="1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"2401:1d80:3218:2::",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"2401:1d80:3218:2::/64",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6" id="136"/>
          <p:cNvPicPr>
            <a:picLocks noChangeAspect="true"/>
          </p:cNvPicPr>
          <p:nvPr/>
        </p:nvPicPr>
        <p:blipFill>
          <a:blip r:embed="rId1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6" id="1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"2401:1d80:3218:5::",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"2401:1d80:3218:5::/64",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8" id="138"/>
          <p:cNvPicPr>
            <a:picLocks noChangeAspect="true"/>
          </p:cNvPicPr>
          <p:nvPr/>
        </p:nvPicPr>
        <p:blipFill>
          <a:blip r:embed="rId1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8" id="1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"2401:1d80:321c:4::",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"2401:1d80:321c:4::/64",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0" id="140"/>
          <p:cNvPicPr>
            <a:picLocks noChangeAspect="true"/>
          </p:cNvPicPr>
          <p:nvPr/>
        </p:nvPicPr>
        <p:blipFill>
          <a:blip r:embed="rId1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0" id="1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"2401:1d80:321c:3::",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"2401:1d80:321c:3::/64",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2" id="142"/>
          <p:cNvPicPr>
            <a:picLocks noChangeAspect="true"/>
          </p:cNvPicPr>
          <p:nvPr/>
        </p:nvPicPr>
        <p:blipFill>
          <a:blip r:embed="rId1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2" id="1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"2401:1d80:321c:5::",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"2401:1d80:321c:5::/64",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4" id="144"/>
          <p:cNvPicPr>
            <a:picLocks noChangeAspect="true"/>
          </p:cNvPicPr>
          <p:nvPr/>
        </p:nvPicPr>
        <p:blipFill>
          <a:blip r:embed="rId1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4" id="1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"18.234.32.224",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6" id="146"/>
          <p:cNvPicPr>
            <a:picLocks noChangeAspect="true"/>
          </p:cNvPicPr>
          <p:nvPr/>
        </p:nvPicPr>
        <p:blipFill>
          <a:blip r:embed="rId1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6" id="1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"cidr": "18.234.32.224/28",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8" id="148"/>
          <p:cNvPicPr>
            <a:picLocks noChangeAspect="true"/>
          </p:cNvPicPr>
          <p:nvPr/>
        </p:nvPicPr>
        <p:blipFill>
          <a:blip r:embed="rId1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8" id="1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"network": "44.220.40.160",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"44.220.40.160/28",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"fedramp-moderate"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"104.192.142.240",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"104.192.142.240/28",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0" id="150"/>
          <p:cNvPicPr>
            <a:picLocks noChangeAspect="true"/>
          </p:cNvPicPr>
          <p:nvPr/>
        </p:nvPicPr>
        <p:blipFill>
          <a:blip r:embed="rId1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0" id="1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"github-for-jira",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2" id="152"/>
          <p:cNvPicPr>
            <a:picLocks noChangeAspect="true"/>
          </p:cNvPicPr>
          <p:nvPr/>
        </p:nvPicPr>
        <p:blipFill>
          <a:blip r:embed="rId1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2" id="1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"2401:1d80:3220:2::",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"2401:1d80:3220:2::/64",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4" id="154"/>
          <p:cNvPicPr>
            <a:picLocks noChangeAspect="true"/>
          </p:cNvPicPr>
          <p:nvPr/>
        </p:nvPicPr>
        <p:blipFill>
          <a:blip r:embed="rId1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4" id="1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"2401:1d80:3220:3::",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"2401:1d80:3220:3::/64",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6" id="156"/>
          <p:cNvPicPr>
            <a:picLocks noChangeAspect="true"/>
          </p:cNvPicPr>
          <p:nvPr/>
        </p:nvPicPr>
        <p:blipFill>
          <a:blip r:embed="rId1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6" id="1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"2401:1d80:3224:3::",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"2401:1d80:3224:3::/64",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8" id="158"/>
          <p:cNvPicPr>
            <a:picLocks noChangeAspect="true"/>
          </p:cNvPicPr>
          <p:nvPr/>
        </p:nvPicPr>
        <p:blipFill>
          <a:blip r:embed="rId1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8" id="1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"2401:1d80:3224:4::",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"2401:1d80:3224:4::/64",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0" id="160"/>
          <p:cNvPicPr>
            <a:picLocks noChangeAspect="true"/>
          </p:cNvPicPr>
          <p:nvPr/>
        </p:nvPicPr>
        <p:blipFill>
          <a:blip r:embed="rId1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0" id="1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"2401:1d80:3224:5::",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"2401:1d80:3224:5::/64",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2" id="162"/>
          <p:cNvPicPr>
            <a:picLocks noChangeAspect="true"/>
          </p:cNvPicPr>
          <p:nvPr/>
        </p:nvPicPr>
        <p:blipFill>
          <a:blip r:embed="rId1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2" id="1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"13.52.5.96",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"13.52.5.96/28",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4" id="164"/>
          <p:cNvPicPr>
            <a:picLocks noChangeAspect="true"/>
          </p:cNvPicPr>
          <p:nvPr/>
        </p:nvPicPr>
        <p:blipFill>
          <a:blip r:embed="rId1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4" id="1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"104.192.138.240",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"104.192.138.240/28",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6" id="166"/>
          <p:cNvPicPr>
            <a:picLocks noChangeAspect="true"/>
          </p:cNvPicPr>
          <p:nvPr/>
        </p:nvPicPr>
        <p:blipFill>
          <a:blip r:embed="rId1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6" id="1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"18.246.31.224",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"18.246.31.224/28",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8" id="168"/>
          <p:cNvPicPr>
            <a:picLocks noChangeAspect="true"/>
          </p:cNvPicPr>
          <p:nvPr/>
        </p:nvPicPr>
        <p:blipFill>
          <a:blip r:embed="rId1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8" id="1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"18.246.188.32",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"18.246.188.32/28",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0" id="170"/>
          <p:cNvPicPr>
            <a:picLocks noChangeAspect="true"/>
          </p:cNvPicPr>
          <p:nvPr/>
        </p:nvPicPr>
        <p:blipFill>
          <a:blip r:embed="rId1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0" id="1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"fedramp-moderate"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"104.192.140.240",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28,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"104.192.140.240/28",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2" id="172"/>
          <p:cNvPicPr>
            <a:picLocks noChangeAspect="true"/>
          </p:cNvPicPr>
          <p:nvPr/>
        </p:nvPicPr>
        <p:blipFill>
          <a:blip r:embed="rId1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2" id="1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"13.35.248.0",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"13.35.248.0/24",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4" id="174"/>
          <p:cNvPicPr>
            <a:picLocks noChangeAspect="true"/>
          </p:cNvPicPr>
          <p:nvPr/>
        </p:nvPicPr>
        <p:blipFill>
          <a:blip r:embed="rId1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4" id="1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"loom",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"13.227.180.0",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"13.227.180.0/24",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6" id="176"/>
          <p:cNvPicPr>
            <a:picLocks noChangeAspect="true"/>
          </p:cNvPicPr>
          <p:nvPr/>
        </p:nvPicPr>
        <p:blipFill>
          <a:blip r:embed="rId1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6" id="1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"loom",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8" id="178"/>
          <p:cNvPicPr>
            <a:picLocks noChangeAspect="true"/>
          </p:cNvPicPr>
          <p:nvPr/>
        </p:nvPicPr>
        <p:blipFill>
          <a:blip r:embed="rId1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8" id="1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"network": "13.227.213.0",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"13.227.213.0/24",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"loom",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0" id="180"/>
          <p:cNvPicPr>
            <a:picLocks noChangeAspect="true"/>
          </p:cNvPicPr>
          <p:nvPr/>
        </p:nvPicPr>
        <p:blipFill>
          <a:blip r:embed="rId1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0" id="1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"43.202.69.0",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25,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"43.202.69.0/25",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"255.255.255.128",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2" id="182"/>
          <p:cNvPicPr>
            <a:picLocks noChangeAspect="true"/>
          </p:cNvPicPr>
          <p:nvPr/>
        </p:nvPicPr>
        <p:blipFill>
          <a:blip r:embed="rId1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2" id="1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"13.200.41.128",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25,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"13.200.41.128/25",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"255.255.255.128",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4" id="184"/>
          <p:cNvPicPr>
            <a:picLocks noChangeAspect="true"/>
          </p:cNvPicPr>
          <p:nvPr/>
        </p:nvPicPr>
        <p:blipFill>
          <a:blip r:embed="rId1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4" id="1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"16.63.53.128",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25,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"16.63.53.128/25",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"255.255.255.128",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6" id="186"/>
          <p:cNvPicPr>
            <a:picLocks noChangeAspect="true"/>
          </p:cNvPicPr>
          <p:nvPr/>
        </p:nvPicPr>
        <p:blipFill>
          <a:blip r:embed="rId1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6" id="1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"44.220.40.128",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25,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"44.220.40.128/25",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"255.255.255.128",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8" id="188"/>
          <p:cNvPicPr>
            <a:picLocks noChangeAspect="true"/>
          </p:cNvPicPr>
          <p:nvPr/>
        </p:nvPicPr>
        <p:blipFill>
          <a:blip r:embed="rId1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8" id="1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"fedramp-moderate"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"18.246.188.0",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25,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"18.246.188.0/25",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"255.255.255.128",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0" id="190"/>
          <p:cNvPicPr>
            <a:picLocks noChangeAspect="true"/>
          </p:cNvPicPr>
          <p:nvPr/>
        </p:nvPicPr>
        <p:blipFill>
          <a:blip r:embed="rId1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0" id="1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"perimeter": "fedramp-moderate"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"2406:da18:809:e04::",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"2406:da18:809:e04::/64",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2" id="192"/>
          <p:cNvPicPr>
            <a:picLocks noChangeAspect="true"/>
          </p:cNvPicPr>
          <p:nvPr/>
        </p:nvPicPr>
        <p:blipFill>
          <a:blip r:embed="rId1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2" id="1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"2600:1f18:2146:e304::",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"2600:1f18:2146:e304::/64",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4" id="194"/>
          <p:cNvPicPr>
            <a:picLocks noChangeAspect="true"/>
          </p:cNvPicPr>
          <p:nvPr/>
        </p:nvPicPr>
        <p:blipFill>
          <a:blip r:embed="rId1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4" id="1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"2a05:d014:f99:dd04::",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"2a05:d014:f99:dd04::/64",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6" id="196"/>
          <p:cNvPicPr>
            <a:picLocks noChangeAspect="true"/>
          </p:cNvPicPr>
          <p:nvPr/>
        </p:nvPicPr>
        <p:blipFill>
          <a:blip r:embed="rId1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6" id="1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"2a05:d018:34d:5804::",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"2a05:d018:34d:5804::/64",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8" id="198"/>
          <p:cNvPicPr>
            <a:picLocks noChangeAspect="true"/>
          </p:cNvPicPr>
          <p:nvPr/>
        </p:nvPicPr>
        <p:blipFill>
          <a:blip r:embed="rId1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8" id="1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"2406:da18:809:e05::",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"2406:da18:809:e05::/64",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0" id="200"/>
          <p:cNvPicPr>
            <a:picLocks noChangeAspect="true"/>
          </p:cNvPicPr>
          <p:nvPr/>
        </p:nvPicPr>
        <p:blipFill>
          <a:blip r:embed="rId2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0" id="2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"2600:1f18:2146:e305::",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"2600:1f18:2146:e305::/64",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2" id="202"/>
          <p:cNvPicPr>
            <a:picLocks noChangeAspect="true"/>
          </p:cNvPicPr>
          <p:nvPr/>
        </p:nvPicPr>
        <p:blipFill>
          <a:blip r:embed="rId2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2" id="2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"2600:1f1c:cc5:2304::",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"2600:1f1c:cc5:2304::/64",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"us-west-1"</a:t>
            </a:r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4" id="204"/>
          <p:cNvPicPr>
            <a:picLocks noChangeAspect="true"/>
          </p:cNvPicPr>
          <p:nvPr/>
        </p:nvPicPr>
        <p:blipFill>
          <a:blip r:embed="rId2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4" id="2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"2a05:d014:f99:dd05::",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"2a05:d014:f99:dd05::/64",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6" id="206"/>
          <p:cNvPicPr>
            <a:picLocks noChangeAspect="true"/>
          </p:cNvPicPr>
          <p:nvPr/>
        </p:nvPicPr>
        <p:blipFill>
          <a:blip r:embed="rId2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6" id="2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"2a05:d018:34d:5805::",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</p:txBody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8" id="208"/>
          <p:cNvPicPr>
            <a:picLocks noChangeAspect="true"/>
          </p:cNvPicPr>
          <p:nvPr/>
        </p:nvPicPr>
        <p:blipFill>
          <a:blip r:embed="rId2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8" id="2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"cidr": "2a05:d018:34d:5805::/64",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0" id="210"/>
          <p:cNvPicPr>
            <a:picLocks noChangeAspect="true"/>
          </p:cNvPicPr>
          <p:nvPr/>
        </p:nvPicPr>
        <p:blipFill>
          <a:blip r:embed="rId2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0" id="2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"network": "2406:da18:809:e06::",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"2406:da18:809:e06::/64",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2" id="212"/>
          <p:cNvPicPr>
            <a:picLocks noChangeAspect="true"/>
          </p:cNvPicPr>
          <p:nvPr/>
        </p:nvPicPr>
        <p:blipFill>
          <a:blip r:embed="rId2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2" id="2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"2600:1f18:2146:e306::",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"2600:1f18:2146:e306::/64",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4" id="214"/>
          <p:cNvPicPr>
            <a:picLocks noChangeAspect="true"/>
          </p:cNvPicPr>
          <p:nvPr/>
        </p:nvPicPr>
        <p:blipFill>
          <a:blip r:embed="rId2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4" id="2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"2600:1f1c:cc5:2305::",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"2600:1f1c:cc5:2305::/64",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6" id="216"/>
          <p:cNvPicPr>
            <a:picLocks noChangeAspect="true"/>
          </p:cNvPicPr>
          <p:nvPr/>
        </p:nvPicPr>
        <p:blipFill>
          <a:blip r:embed="rId2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6" id="2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"2a05:d014:f99:dd06::",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"2a05:d014:f99:dd06::/64",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8" id="218"/>
          <p:cNvPicPr>
            <a:picLocks noChangeAspect="true"/>
          </p:cNvPicPr>
          <p:nvPr/>
        </p:nvPicPr>
        <p:blipFill>
          <a:blip r:embed="rId2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8" id="2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"2a05:d018:34d:5806::",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"2a05:d018:34d:5806::/64",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</p:txBody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0" id="220"/>
          <p:cNvPicPr>
            <a:picLocks noChangeAspect="true"/>
          </p:cNvPicPr>
          <p:nvPr/>
        </p:nvPicPr>
        <p:blipFill>
          <a:blip r:embed="rId2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0" id="2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"2406:da1c:1e0:a204::",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"2406:da1c:1e0:a204::/64",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</p:txBody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2" id="222"/>
          <p:cNvPicPr>
            <a:picLocks noChangeAspect="true"/>
          </p:cNvPicPr>
          <p:nvPr/>
        </p:nvPicPr>
        <p:blipFill>
          <a:blip r:embed="rId2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2" id="2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"2600:1f14:824:304::",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"2600:1f14:824:304::/64",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4" id="224"/>
          <p:cNvPicPr>
            <a:picLocks noChangeAspect="true"/>
          </p:cNvPicPr>
          <p:nvPr/>
        </p:nvPicPr>
        <p:blipFill>
          <a:blip r:embed="rId2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4" id="2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"2406:da1c:1e0:a205::",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"2406:da1c:1e0:a205::/64",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6" id="226"/>
          <p:cNvPicPr>
            <a:picLocks noChangeAspect="true"/>
          </p:cNvPicPr>
          <p:nvPr/>
        </p:nvPicPr>
        <p:blipFill>
          <a:blip r:embed="rId2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6" id="2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"2600:1f14:824:305::",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"2600:1f14:824:305::/64",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8" id="228"/>
          <p:cNvPicPr>
            <a:picLocks noChangeAspect="true"/>
          </p:cNvPicPr>
          <p:nvPr/>
        </p:nvPicPr>
        <p:blipFill>
          <a:blip r:embed="rId2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8" id="2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"2406:da1c:1e0:a206::",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"2406:da1c:1e0:a206::/64",</a:t>
            </a:r>
          </a:p>
        </p:txBody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0" id="230"/>
          <p:cNvPicPr>
            <a:picLocks noChangeAspect="true"/>
          </p:cNvPicPr>
          <p:nvPr/>
        </p:nvPicPr>
        <p:blipFill>
          <a:blip r:embed="rId2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0" id="2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"2600:1f14:824:306::",</a:t>
            </a:r>
          </a:p>
        </p:txBody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2" id="232"/>
          <p:cNvPicPr>
            <a:picLocks noChangeAspect="true"/>
          </p:cNvPicPr>
          <p:nvPr/>
        </p:nvPicPr>
        <p:blipFill>
          <a:blip r:embed="rId2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2" id="2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"mask_len": 64,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"2600:1f14:824:306::/64",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"ffff:ffff:ffff:ffff::",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</p:txBody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4" id="234"/>
          <p:cNvPicPr>
            <a:picLocks noChangeAspect="true"/>
          </p:cNvPicPr>
          <p:nvPr/>
        </p:nvPicPr>
        <p:blipFill>
          <a:blip r:embed="rId2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4" id="2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"216.221.175.128",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25,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"216.221.175.128/25",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"255.255.255.128",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"104.192.137.0",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"104.192.137.0/24",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</p:txBody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6" id="236"/>
          <p:cNvPicPr>
            <a:picLocks noChangeAspect="true"/>
          </p:cNvPicPr>
          <p:nvPr/>
        </p:nvPicPr>
        <p:blipFill>
          <a:blip r:embed="rId2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6" id="2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"104.192.143.0",</a:t>
            </a:r>
          </a:p>
        </p:txBody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8" id="238"/>
          <p:cNvPicPr>
            <a:picLocks noChangeAspect="true"/>
          </p:cNvPicPr>
          <p:nvPr/>
        </p:nvPicPr>
        <p:blipFill>
          <a:blip r:embed="rId2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8" id="2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"104.192.143.0/24",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</p:txBody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0" id="240"/>
          <p:cNvPicPr>
            <a:picLocks noChangeAspect="true"/>
          </p:cNvPicPr>
          <p:nvPr/>
        </p:nvPicPr>
        <p:blipFill>
          <a:blip r:embed="rId2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0" id="2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"185.166.143.0",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"185.166.143.0/24",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</p:txBody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2" id="242"/>
          <p:cNvPicPr>
            <a:picLocks noChangeAspect="true"/>
          </p:cNvPicPr>
          <p:nvPr/>
        </p:nvPicPr>
        <p:blipFill>
          <a:blip r:embed="rId2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2" id="2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"185.166.142.0",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"185.166.142.0/24",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</p:txBody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4" id="244"/>
          <p:cNvPicPr>
            <a:picLocks noChangeAspect="true"/>
          </p:cNvPicPr>
          <p:nvPr/>
        </p:nvPicPr>
        <p:blipFill>
          <a:blip r:embed="rId2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4" id="2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"185.166.140.0",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"185.166.140.0/24",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</p:txBody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6" id="246"/>
          <p:cNvPicPr>
            <a:picLocks noChangeAspect="true"/>
          </p:cNvPicPr>
          <p:nvPr/>
        </p:nvPicPr>
        <p:blipFill>
          <a:blip r:embed="rId2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6" id="2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"104.192.136.0",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"104.192.136.0/24",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"ca-central-1"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</p:txBody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8" id="248"/>
          <p:cNvPicPr>
            <a:picLocks noChangeAspect="true"/>
          </p:cNvPicPr>
          <p:nvPr/>
        </p:nvPicPr>
        <p:blipFill>
          <a:blip r:embed="rId2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8" id="2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"185.166.141.0",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"185.166.141.0/24",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"eu-west-2"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</p:txBody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0" id="250"/>
          <p:cNvPicPr>
            <a:picLocks noChangeAspect="true"/>
          </p:cNvPicPr>
          <p:nvPr/>
        </p:nvPicPr>
        <p:blipFill>
          <a:blip r:embed="rId2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0" id="2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"104.192.138.0",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"104.192.138.0/24",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</p:txBody>
      </p:sp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2" id="252"/>
          <p:cNvPicPr>
            <a:picLocks noChangeAspect="true"/>
          </p:cNvPicPr>
          <p:nvPr/>
        </p:nvPicPr>
        <p:blipFill>
          <a:blip r:embed="rId2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2" id="2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"104.192.142.0",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"104.192.142.0/24",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4" id="254"/>
          <p:cNvPicPr>
            <a:picLocks noChangeAspect="true"/>
          </p:cNvPicPr>
          <p:nvPr/>
        </p:nvPicPr>
        <p:blipFill>
          <a:blip r:embed="rId2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4" id="2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"104.192.140.0",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24,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"104.192.140.0/24",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"255.255.255.0",</a:t>
            </a:r>
          </a:p>
        </p:txBody>
      </p:sp>
    </p:spTree>
  </p:cSld>
  <p:clrMapOvr>
    <a:masterClrMapping/>
  </p:clrMapOvr>
</p:sld>
</file>

<file path=ppt/slides/slide1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6" id="256"/>
          <p:cNvPicPr>
            <a:picLocks noChangeAspect="true"/>
          </p:cNvPicPr>
          <p:nvPr/>
        </p:nvPicPr>
        <p:blipFill>
          <a:blip r:embed="rId2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6" id="2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"confluence",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"halp",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"jira",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"opsgenie",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"statuspage",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"trello"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"ingress"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"34.213.22.229",</a:t>
            </a:r>
          </a:p>
        </p:txBody>
      </p:sp>
    </p:spTree>
  </p:cSld>
  <p:clrMapOvr>
    <a:masterClrMapping/>
  </p:clrMapOvr>
</p:sld>
</file>

<file path=ppt/slides/slide1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8" id="258"/>
          <p:cNvPicPr>
            <a:picLocks noChangeAspect="true"/>
          </p:cNvPicPr>
          <p:nvPr/>
        </p:nvPicPr>
        <p:blipFill>
          <a:blip r:embed="rId2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8" id="2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"34.213.22.229/32",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"54.187.228.111",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"54.187.228.111/32",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</p:txBody>
      </p:sp>
    </p:spTree>
  </p:cSld>
  <p:clrMapOvr>
    <a:masterClrMapping/>
  </p:clrMapOvr>
</p:sld>
</file>

<file path=ppt/slides/slide1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0" id="260"/>
          <p:cNvPicPr>
            <a:picLocks noChangeAspect="true"/>
          </p:cNvPicPr>
          <p:nvPr/>
        </p:nvPicPr>
        <p:blipFill>
          <a:blip r:embed="rId2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0" id="2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"34.251.56.38",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"34.251.56.38/32",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</p:txBody>
      </p:sp>
    </p:spTree>
  </p:cSld>
  <p:clrMapOvr>
    <a:masterClrMapping/>
  </p:clrMapOvr>
</p:sld>
</file>

<file path=ppt/slides/slide1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2" id="262"/>
          <p:cNvPicPr>
            <a:picLocks noChangeAspect="true"/>
          </p:cNvPicPr>
          <p:nvPr/>
        </p:nvPicPr>
        <p:blipFill>
          <a:blip r:embed="rId2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2" id="2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"52.51.22.205",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"52.51.22.205/32",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</p:txBody>
      </p:sp>
    </p:spTree>
  </p:cSld>
  <p:clrMapOvr>
    <a:masterClrMapping/>
  </p:clrMapOvr>
</p:sld>
</file>

<file path=ppt/slides/slide1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4" id="264"/>
          <p:cNvPicPr>
            <a:picLocks noChangeAspect="true"/>
          </p:cNvPicPr>
          <p:nvPr/>
        </p:nvPicPr>
        <p:blipFill>
          <a:blip r:embed="rId2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4" id="2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"network": "34.249.70.175",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"34.249.70.175/32",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"34.252.236.245",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"34.252.236.245/32",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</p:txBody>
      </p:sp>
    </p:spTree>
  </p:cSld>
  <p:clrMapOvr>
    <a:masterClrMapping/>
  </p:clrMapOvr>
</p:sld>
</file>

<file path=ppt/slides/slide1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6" id="266"/>
          <p:cNvPicPr>
            <a:picLocks noChangeAspect="true"/>
          </p:cNvPicPr>
          <p:nvPr/>
        </p:nvPicPr>
        <p:blipFill>
          <a:blip r:embed="rId2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6" id="2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"34.212.5.76",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"34.212.5.76/32",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8" id="268"/>
          <p:cNvPicPr>
            <a:picLocks noChangeAspect="true"/>
          </p:cNvPicPr>
          <p:nvPr/>
        </p:nvPicPr>
        <p:blipFill>
          <a:blip r:embed="rId2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8" id="2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"34.211.27.82",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"34.211.27.82/32",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</p:txBody>
      </p:sp>
    </p:spTree>
  </p:cSld>
  <p:clrMapOvr>
    <a:masterClrMapping/>
  </p:clrMapOvr>
</p:sld>
</file>

<file path=ppt/slides/slide1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0" id="270"/>
          <p:cNvPicPr>
            <a:picLocks noChangeAspect="true"/>
          </p:cNvPicPr>
          <p:nvPr/>
        </p:nvPicPr>
        <p:blipFill>
          <a:blip r:embed="rId2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0" id="2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"35.167.7.36",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"35.167.7.36/32",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"34.209.119.136",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"34.209.119.136/32",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</p:txBody>
      </p:sp>
    </p:spTree>
  </p:cSld>
  <p:clrMapOvr>
    <a:masterClrMapping/>
  </p:clrMapOvr>
</p:sld>
</file>

<file path=ppt/slides/slide1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2" id="272"/>
          <p:cNvPicPr>
            <a:picLocks noChangeAspect="true"/>
          </p:cNvPicPr>
          <p:nvPr/>
        </p:nvPicPr>
        <p:blipFill>
          <a:blip r:embed="rId2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2" id="2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"52.24.176.31",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"52.24.176.31/32",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</p:txBody>
      </p:sp>
    </p:spTree>
  </p:cSld>
  <p:clrMapOvr>
    <a:masterClrMapping/>
  </p:clrMapOvr>
</p:sld>
</file>

<file path=ppt/slides/slide1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4" id="274"/>
          <p:cNvPicPr>
            <a:picLocks noChangeAspect="true"/>
          </p:cNvPicPr>
          <p:nvPr/>
        </p:nvPicPr>
        <p:blipFill>
          <a:blip r:embed="rId2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4" id="2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"35.167.157.209",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"35.167.157.209/32",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</p:txBody>
      </p:sp>
    </p:spTree>
  </p:cSld>
  <p:clrMapOvr>
    <a:masterClrMapping/>
  </p:clrMapOvr>
</p:sld>
</file>

<file path=ppt/slides/slide1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6" id="276"/>
          <p:cNvPicPr>
            <a:picLocks noChangeAspect="true"/>
          </p:cNvPicPr>
          <p:nvPr/>
        </p:nvPicPr>
        <p:blipFill>
          <a:blip r:embed="rId2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6" id="2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"34.253.110.0",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"34.253.110.0/32",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"34.253.57.155",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"34.253.57.155/32",</a:t>
            </a:r>
          </a:p>
        </p:txBody>
      </p:sp>
    </p:spTree>
  </p:cSld>
  <p:clrMapOvr>
    <a:masterClrMapping/>
  </p:clrMapOvr>
</p:sld>
</file>

<file path=ppt/slides/slide1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8" id="278"/>
          <p:cNvPicPr>
            <a:picLocks noChangeAspect="true"/>
          </p:cNvPicPr>
          <p:nvPr/>
        </p:nvPicPr>
        <p:blipFill>
          <a:blip r:embed="rId2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8" id="2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"54.72.24.111",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"54.72.24.111/32",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</p:txBody>
      </p:sp>
    </p:spTree>
  </p:cSld>
  <p:clrMapOvr>
    <a:masterClrMapping/>
  </p:clrMapOvr>
</p:sld>
</file>

<file path=ppt/slides/slide1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0" id="280"/>
          <p:cNvPicPr>
            <a:picLocks noChangeAspect="true"/>
          </p:cNvPicPr>
          <p:nvPr/>
        </p:nvPicPr>
        <p:blipFill>
          <a:blip r:embed="rId2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0" id="2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"54.77.2.231",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"54.77.2.231/32",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2" id="282"/>
          <p:cNvPicPr>
            <a:picLocks noChangeAspect="true"/>
          </p:cNvPicPr>
          <p:nvPr/>
        </p:nvPicPr>
        <p:blipFill>
          <a:blip r:embed="rId2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2" id="2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"52.19.227.102",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"52.19.227.102/32",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"54.72.208.111",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</p:txBody>
      </p:sp>
    </p:spTree>
  </p:cSld>
  <p:clrMapOvr>
    <a:masterClrMapping/>
  </p:clrMapOvr>
</p:sld>
</file>

<file path=ppt/slides/slide1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4" id="284"/>
          <p:cNvPicPr>
            <a:picLocks noChangeAspect="true"/>
          </p:cNvPicPr>
          <p:nvPr/>
        </p:nvPicPr>
        <p:blipFill>
          <a:blip r:embed="rId2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4" id="2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"cidr": "54.72.208.111/32",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"34.211.27.137",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"34.211.27.137/32",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6" id="286"/>
          <p:cNvPicPr>
            <a:picLocks noChangeAspect="true"/>
          </p:cNvPicPr>
          <p:nvPr/>
        </p:nvPicPr>
        <p:blipFill>
          <a:blip r:embed="rId2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6" id="2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"34.211.27.236",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"34.211.27.236/32",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"global"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"email"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</p:txBody>
      </p:sp>
    </p:spTree>
  </p:cSld>
  <p:clrMapOvr>
    <a:masterClrMapping/>
  </p:clrMapOvr>
</p:sld>
</file>

<file path=ppt/slides/slide1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8" id="288"/>
          <p:cNvPicPr>
            <a:picLocks noChangeAspect="true"/>
          </p:cNvPicPr>
          <p:nvPr/>
        </p:nvPicPr>
        <p:blipFill>
          <a:blip r:embed="rId2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8" id="2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"3.216.235.48",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"3.216.235.48/32",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"34.231.96.243",</a:t>
            </a:r>
          </a:p>
        </p:txBody>
      </p:sp>
    </p:spTree>
  </p:cSld>
  <p:clrMapOvr>
    <a:masterClrMapping/>
  </p:clrMapOvr>
</p:sld>
</file>

<file path=ppt/slides/slide1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0" id="290"/>
          <p:cNvPicPr>
            <a:picLocks noChangeAspect="true"/>
          </p:cNvPicPr>
          <p:nvPr/>
        </p:nvPicPr>
        <p:blipFill>
          <a:blip r:embed="rId2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0" id="2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"34.231.96.243/32",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"44.199.3.254",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"44.199.3.254/32",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</p:txBody>
      </p:sp>
    </p:spTree>
  </p:cSld>
  <p:clrMapOvr>
    <a:masterClrMapping/>
  </p:clrMapOvr>
</p:sld>
</file>

<file path=ppt/slides/slide1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2" id="292"/>
          <p:cNvPicPr>
            <a:picLocks noChangeAspect="true"/>
          </p:cNvPicPr>
          <p:nvPr/>
        </p:nvPicPr>
        <p:blipFill>
          <a:blip r:embed="rId2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2" id="2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"174.129.205.191",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"174.129.205.191/32",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</p:txBody>
      </p:sp>
    </p:spTree>
  </p:cSld>
  <p:clrMapOvr>
    <a:masterClrMapping/>
  </p:clrMapOvr>
</p:sld>
</file>

<file path=ppt/slides/slide1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4" id="294"/>
          <p:cNvPicPr>
            <a:picLocks noChangeAspect="true"/>
          </p:cNvPicPr>
          <p:nvPr/>
        </p:nvPicPr>
        <p:blipFill>
          <a:blip r:embed="rId2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4" id="2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"44.199.127.226",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"44.199.127.226/32",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</p:txBody>
      </p:sp>
    </p:spTree>
  </p:cSld>
  <p:clrMapOvr>
    <a:masterClrMapping/>
  </p:clrMapOvr>
</p:sld>
</file>

<file path=ppt/slides/slide1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6" id="296"/>
          <p:cNvPicPr>
            <a:picLocks noChangeAspect="true"/>
          </p:cNvPicPr>
          <p:nvPr/>
        </p:nvPicPr>
        <p:blipFill>
          <a:blip r:embed="rId2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6" id="2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"network": "44.199.45.64",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"44.199.45.64/32",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"3.221.151.112",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"3.221.151.112/32",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</p:txBody>
      </p:sp>
    </p:spTree>
  </p:cSld>
  <p:clrMapOvr>
    <a:masterClrMapping/>
  </p:clrMapOvr>
</p:sld>
</file>

<file path=ppt/slides/slide1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8" id="298"/>
          <p:cNvPicPr>
            <a:picLocks noChangeAspect="true"/>
          </p:cNvPicPr>
          <p:nvPr/>
        </p:nvPicPr>
        <p:blipFill>
          <a:blip r:embed="rId2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8" id="2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"52.205.184.192",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"52.205.184.192/32",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0" id="300"/>
          <p:cNvPicPr>
            <a:picLocks noChangeAspect="true"/>
          </p:cNvPicPr>
          <p:nvPr/>
        </p:nvPicPr>
        <p:blipFill>
          <a:blip r:embed="rId3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0" id="3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"52.72.137.240",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"52.72.137.240/32",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</p:txBody>
      </p:sp>
    </p:spTree>
  </p:cSld>
  <p:clrMapOvr>
    <a:masterClrMapping/>
  </p:clrMapOvr>
</p:sld>
</file>

<file path=ppt/slides/slide1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2" id="302"/>
          <p:cNvPicPr>
            <a:picLocks noChangeAspect="true"/>
          </p:cNvPicPr>
          <p:nvPr/>
        </p:nvPicPr>
        <p:blipFill>
          <a:blip r:embed="rId3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2" id="3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"34.232.119.183",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"34.232.119.183/32",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"35.155.178.254",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"35.155.178.254/32",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</p:txBody>
      </p:sp>
    </p:spTree>
  </p:cSld>
  <p:clrMapOvr>
    <a:masterClrMapping/>
  </p:clrMapOvr>
</p:sld>
</file>

<file path=ppt/slides/slide1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4" id="304"/>
          <p:cNvPicPr>
            <a:picLocks noChangeAspect="true"/>
          </p:cNvPicPr>
          <p:nvPr/>
        </p:nvPicPr>
        <p:blipFill>
          <a:blip r:embed="rId3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4" id="3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"34.216.18.129",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"34.216.18.129/32",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</p:txBody>
      </p:sp>
    </p:spTree>
  </p:cSld>
  <p:clrMapOvr>
    <a:masterClrMapping/>
  </p:clrMapOvr>
</p:sld>
</file>

<file path=ppt/slides/slide1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6" id="306"/>
          <p:cNvPicPr>
            <a:picLocks noChangeAspect="true"/>
          </p:cNvPicPr>
          <p:nvPr/>
        </p:nvPicPr>
        <p:blipFill>
          <a:blip r:embed="rId3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6" id="3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"35.171.175.212",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"35.171.175.212/32",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</p:txBody>
      </p:sp>
    </p:spTree>
  </p:cSld>
  <p:clrMapOvr>
    <a:masterClrMapping/>
  </p:clrMapOvr>
</p:sld>
</file>

<file path=ppt/slides/slide1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8" id="308"/>
          <p:cNvPicPr>
            <a:picLocks noChangeAspect="true"/>
          </p:cNvPicPr>
          <p:nvPr/>
        </p:nvPicPr>
        <p:blipFill>
          <a:blip r:embed="rId3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8" id="3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"35.160.177.10",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"35.160.177.10/32",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"34.199.54.113",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"34.199.54.113/32",</a:t>
            </a:r>
          </a:p>
        </p:txBody>
      </p:sp>
    </p:spTree>
  </p:cSld>
  <p:clrMapOvr>
    <a:masterClrMapping/>
  </p:clrMapOvr>
</p:sld>
</file>

<file path=ppt/slides/slide1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0" id="310"/>
          <p:cNvPicPr>
            <a:picLocks noChangeAspect="true"/>
          </p:cNvPicPr>
          <p:nvPr/>
        </p:nvPicPr>
        <p:blipFill>
          <a:blip r:embed="rId3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0" id="3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"52.204.96.37",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"52.204.96.37/32",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</p:txBody>
      </p:sp>
    </p:spTree>
  </p:cSld>
  <p:clrMapOvr>
    <a:masterClrMapping/>
  </p:clrMapOvr>
</p:sld>
</file>

<file path=ppt/slides/slide1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2" id="312"/>
          <p:cNvPicPr>
            <a:picLocks noChangeAspect="true"/>
          </p:cNvPicPr>
          <p:nvPr/>
        </p:nvPicPr>
        <p:blipFill>
          <a:blip r:embed="rId3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2" id="3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"34.232.25.90",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"34.232.25.90/32",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4" id="314"/>
          <p:cNvPicPr>
            <a:picLocks noChangeAspect="true"/>
          </p:cNvPicPr>
          <p:nvPr/>
        </p:nvPicPr>
        <p:blipFill>
          <a:blip r:embed="rId3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4" id="3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"52.202.195.162",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"52.202.195.162/32",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"52.54.90.98",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</p:txBody>
      </p:sp>
    </p:spTree>
  </p:cSld>
  <p:clrMapOvr>
    <a:masterClrMapping/>
  </p:clrMapOvr>
</p:sld>
</file>

<file path=ppt/slides/slide1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6" id="316"/>
          <p:cNvPicPr>
            <a:picLocks noChangeAspect="true"/>
          </p:cNvPicPr>
          <p:nvPr/>
        </p:nvPicPr>
        <p:blipFill>
          <a:blip r:embed="rId3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6" id="3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"cidr": "52.54.90.98/32",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"52.203.14.55",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"52.203.14.55/32",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8" id="318"/>
          <p:cNvPicPr>
            <a:picLocks noChangeAspect="true"/>
          </p:cNvPicPr>
          <p:nvPr/>
        </p:nvPicPr>
        <p:blipFill>
          <a:blip r:embed="rId3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8" id="3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"34.236.25.177",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"34.236.25.177/32",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"bitbucket"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</p:txBody>
      </p:sp>
    </p:spTree>
  </p:cSld>
  <p:clrMapOvr>
    <a:masterClrMapping/>
  </p:clrMapOvr>
</p:sld>
</file>

<file path=ppt/slides/slide1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0" id="320"/>
          <p:cNvPicPr>
            <a:picLocks noChangeAspect="true"/>
          </p:cNvPicPr>
          <p:nvPr/>
        </p:nvPicPr>
        <p:blipFill>
          <a:blip r:embed="rId3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0" id="3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"18.236.52.165",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"18.236.52.165/32",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"34.215.254.205",</a:t>
            </a:r>
          </a:p>
        </p:txBody>
      </p:sp>
    </p:spTree>
  </p:cSld>
  <p:clrMapOvr>
    <a:masterClrMapping/>
  </p:clrMapOvr>
</p:sld>
</file>

<file path=ppt/slides/slide1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2" id="322"/>
          <p:cNvPicPr>
            <a:picLocks noChangeAspect="true"/>
          </p:cNvPicPr>
          <p:nvPr/>
        </p:nvPicPr>
        <p:blipFill>
          <a:blip r:embed="rId3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2" id="3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"34.215.254.205/32",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"35.160.6.102",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"35.160.6.102/32",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</p:txBody>
      </p:sp>
    </p:spTree>
  </p:cSld>
  <p:clrMapOvr>
    <a:masterClrMapping/>
  </p:clrMapOvr>
</p:sld>
</file>

<file path=ppt/slides/slide1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4" id="324"/>
          <p:cNvPicPr>
            <a:picLocks noChangeAspect="true"/>
          </p:cNvPicPr>
          <p:nvPr/>
        </p:nvPicPr>
        <p:blipFill>
          <a:blip r:embed="rId3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4" id="3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"52.43.192.52",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"52.43.192.52/32",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</p:txBody>
      </p:sp>
    </p:spTree>
  </p:cSld>
  <p:clrMapOvr>
    <a:masterClrMapping/>
  </p:clrMapOvr>
</p:sld>
</file>

<file path=ppt/slides/slide1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6" id="326"/>
          <p:cNvPicPr>
            <a:picLocks noChangeAspect="true"/>
          </p:cNvPicPr>
          <p:nvPr/>
        </p:nvPicPr>
        <p:blipFill>
          <a:blip r:embed="rId3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6" id="3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"52.89.100.78",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"52.89.100.78/32",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</p:txBody>
      </p:sp>
    </p:spTree>
  </p:cSld>
  <p:clrMapOvr>
    <a:masterClrMapping/>
  </p:clrMapOvr>
</p:sld>
</file>

<file path=ppt/slides/slide1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8" id="328"/>
          <p:cNvPicPr>
            <a:picLocks noChangeAspect="true"/>
          </p:cNvPicPr>
          <p:nvPr/>
        </p:nvPicPr>
        <p:blipFill>
          <a:blip r:embed="rId3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8" id="3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"network": "54.190.195.254",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"54.190.195.254/32",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"54.214.155.219",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"54.214.155.219/32",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</p:txBody>
      </p:sp>
    </p:spTree>
  </p:cSld>
  <p:clrMapOvr>
    <a:masterClrMapping/>
  </p:clrMapOvr>
</p:sld>
</file>

<file path=ppt/slides/slide1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0" id="330"/>
          <p:cNvPicPr>
            <a:picLocks noChangeAspect="true"/>
          </p:cNvPicPr>
          <p:nvPr/>
        </p:nvPicPr>
        <p:blipFill>
          <a:blip r:embed="rId3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0" id="3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"54.218.196.28",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"54.218.196.28/32",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"us-west-2"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2" id="332"/>
          <p:cNvPicPr>
            <a:picLocks noChangeAspect="true"/>
          </p:cNvPicPr>
          <p:nvPr/>
        </p:nvPicPr>
        <p:blipFill>
          <a:blip r:embed="rId3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2" id="3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"52.195.248.93",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"52.195.248.93/32",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</p:txBody>
      </p:sp>
    </p:spTree>
  </p:cSld>
  <p:clrMapOvr>
    <a:masterClrMapping/>
  </p:clrMapOvr>
</p:sld>
</file>

<file path=ppt/slides/slide1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4" id="334"/>
          <p:cNvPicPr>
            <a:picLocks noChangeAspect="true"/>
          </p:cNvPicPr>
          <p:nvPr/>
        </p:nvPicPr>
        <p:blipFill>
          <a:blip r:embed="rId3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4" id="3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"54.65.219.119",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"54.65.219.119/32",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"43.207.238.123",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"43.207.238.123/32",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</p:txBody>
      </p:sp>
    </p:spTree>
  </p:cSld>
  <p:clrMapOvr>
    <a:masterClrMapping/>
  </p:clrMapOvr>
</p:sld>
</file>

<file path=ppt/slides/slide1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6" id="336"/>
          <p:cNvPicPr>
            <a:picLocks noChangeAspect="true"/>
          </p:cNvPicPr>
          <p:nvPr/>
        </p:nvPicPr>
        <p:blipFill>
          <a:blip r:embed="rId3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6" id="3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"3.114.146.111",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"3.114.146.111/32",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</p:txBody>
      </p:sp>
    </p:spTree>
  </p:cSld>
  <p:clrMapOvr>
    <a:masterClrMapping/>
  </p:clrMapOvr>
</p:sld>
</file>

<file path=ppt/slides/slide1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8" id="338"/>
          <p:cNvPicPr>
            <a:picLocks noChangeAspect="true"/>
          </p:cNvPicPr>
          <p:nvPr/>
        </p:nvPicPr>
        <p:blipFill>
          <a:blip r:embed="rId3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8" id="3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"54.248.180.178",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"54.248.180.178/32",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</p:txBody>
      </p:sp>
    </p:spTree>
  </p:cSld>
  <p:clrMapOvr>
    <a:masterClrMapping/>
  </p:clrMapOvr>
</p:sld>
</file>

<file path=ppt/slides/slide1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0" id="340"/>
          <p:cNvPicPr>
            <a:picLocks noChangeAspect="true"/>
          </p:cNvPicPr>
          <p:nvPr/>
        </p:nvPicPr>
        <p:blipFill>
          <a:blip r:embed="rId3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0" id="3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"57.180.171.119",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"57.180.171.119/32",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"3.37.121.177",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"3.37.121.177/32",</a:t>
            </a:r>
          </a:p>
        </p:txBody>
      </p:sp>
    </p:spTree>
  </p:cSld>
  <p:clrMapOvr>
    <a:masterClrMapping/>
  </p:clrMapOvr>
</p:sld>
</file>

<file path=ppt/slides/slide1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2" id="342"/>
          <p:cNvPicPr>
            <a:picLocks noChangeAspect="true"/>
          </p:cNvPicPr>
          <p:nvPr/>
        </p:nvPicPr>
        <p:blipFill>
          <a:blip r:embed="rId3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2" id="3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"3.34.165.169",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"3.34.165.169/32",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</p:txBody>
      </p:sp>
    </p:spTree>
  </p:cSld>
  <p:clrMapOvr>
    <a:masterClrMapping/>
  </p:clrMapOvr>
</p:sld>
</file>

<file path=ppt/slides/slide1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4" id="344"/>
          <p:cNvPicPr>
            <a:picLocks noChangeAspect="true"/>
          </p:cNvPicPr>
          <p:nvPr/>
        </p:nvPicPr>
        <p:blipFill>
          <a:blip r:embed="rId3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4" id="3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"15.164.153.22",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"15.164.153.22/32",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6" id="346"/>
          <p:cNvPicPr>
            <a:picLocks noChangeAspect="true"/>
          </p:cNvPicPr>
          <p:nvPr/>
        </p:nvPicPr>
        <p:blipFill>
          <a:blip r:embed="rId3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6" id="3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"43.201.237.75",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"43.201.237.75/32",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"13.209.252.121",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</p:txBody>
      </p:sp>
    </p:spTree>
  </p:cSld>
  <p:clrMapOvr>
    <a:masterClrMapping/>
  </p:clrMapOvr>
</p:sld>
</file>

<file path=ppt/slides/slide1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8" id="348"/>
          <p:cNvPicPr>
            <a:picLocks noChangeAspect="true"/>
          </p:cNvPicPr>
          <p:nvPr/>
        </p:nvPicPr>
        <p:blipFill>
          <a:blip r:embed="rId3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8" id="3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"cidr": "13.209.252.121/32",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"15.165.21.19",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"15.165.21.19/32",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0" id="350"/>
          <p:cNvPicPr>
            <a:picLocks noChangeAspect="true"/>
          </p:cNvPicPr>
          <p:nvPr/>
        </p:nvPicPr>
        <p:blipFill>
          <a:blip r:embed="rId3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0" id="3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"43.202.223.238",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"43.202.223.238/32",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</p:txBody>
      </p:sp>
    </p:spTree>
  </p:cSld>
  <p:clrMapOvr>
    <a:masterClrMapping/>
  </p:clrMapOvr>
</p:sld>
</file>

<file path=ppt/slides/slide1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2" id="352"/>
          <p:cNvPicPr>
            <a:picLocks noChangeAspect="true"/>
          </p:cNvPicPr>
          <p:nvPr/>
        </p:nvPicPr>
        <p:blipFill>
          <a:blip r:embed="rId3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2" id="3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"3.34.8.241",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"3.34.8.241/32",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"ap-northeast-2"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"15.206.230.70",</a:t>
            </a:r>
          </a:p>
        </p:txBody>
      </p:sp>
    </p:spTree>
  </p:cSld>
  <p:clrMapOvr>
    <a:masterClrMapping/>
  </p:clrMapOvr>
</p:sld>
</file>

<file path=ppt/slides/slide1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4" id="354"/>
          <p:cNvPicPr>
            <a:picLocks noChangeAspect="true"/>
          </p:cNvPicPr>
          <p:nvPr/>
        </p:nvPicPr>
        <p:blipFill>
          <a:blip r:embed="rId3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4" id="3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"15.206.230.70/32",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"3.7.242.212",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"3.7.242.212/32",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"ap-south-1"</a:t>
            </a:r>
          </a:p>
        </p:txBody>
      </p:sp>
    </p:spTree>
  </p:cSld>
  <p:clrMapOvr>
    <a:masterClrMapping/>
  </p:clrMapOvr>
</p:sld>
</file>

<file path=ppt/slides/slide1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6" id="356"/>
          <p:cNvPicPr>
            <a:picLocks noChangeAspect="true"/>
          </p:cNvPicPr>
          <p:nvPr/>
        </p:nvPicPr>
        <p:blipFill>
          <a:blip r:embed="rId3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6" id="3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"43.205.183.186",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"43.205.183.186/32",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</p:txBody>
      </p:sp>
    </p:spTree>
  </p:cSld>
  <p:clrMapOvr>
    <a:masterClrMapping/>
  </p:clrMapOvr>
</p:sld>
</file>

<file path=ppt/slides/slide1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8" id="358"/>
          <p:cNvPicPr>
            <a:picLocks noChangeAspect="true"/>
          </p:cNvPicPr>
          <p:nvPr/>
        </p:nvPicPr>
        <p:blipFill>
          <a:blip r:embed="rId3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8" id="3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"13.200.51.21",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"13.200.51.21/32",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</p:txBody>
      </p:sp>
    </p:spTree>
  </p:cSld>
  <p:clrMapOvr>
    <a:masterClrMapping/>
  </p:clrMapOvr>
</p:sld>
</file>

<file path=ppt/slides/slide1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0" id="360"/>
          <p:cNvPicPr>
            <a:picLocks noChangeAspect="true"/>
          </p:cNvPicPr>
          <p:nvPr/>
        </p:nvPicPr>
        <p:blipFill>
          <a:blip r:embed="rId3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0" id="3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"network": "13.200.127.18",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"13.200.127.18/32",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"65.2.173.31",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"65.2.173.31/32",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</p:txBody>
      </p:sp>
    </p:spTree>
  </p:cSld>
  <p:clrMapOvr>
    <a:masterClrMapping/>
  </p:clrMapOvr>
</p:sld>
</file>

<file path=ppt/slides/slide1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2" id="362"/>
          <p:cNvPicPr>
            <a:picLocks noChangeAspect="true"/>
          </p:cNvPicPr>
          <p:nvPr/>
        </p:nvPicPr>
        <p:blipFill>
          <a:blip r:embed="rId3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2" id="3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"ap-south-1"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"18.142.175.136",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"18.142.175.136/32",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</p:txBody>
      </p:sp>
    </p:spTree>
  </p:cSld>
  <p:clrMapOvr>
    <a:masterClrMapping/>
  </p:clrMapOvr>
</p:sld>
</file>

<file path=ppt/slides/slide1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4" id="364"/>
          <p:cNvPicPr>
            <a:picLocks noChangeAspect="true"/>
          </p:cNvPicPr>
          <p:nvPr/>
        </p:nvPicPr>
        <p:blipFill>
          <a:blip r:embed="rId3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4" id="3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"54.254.13.217",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"54.254.13.217/32",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</p:txBody>
      </p:sp>
    </p:spTree>
  </p:cSld>
  <p:clrMapOvr>
    <a:masterClrMapping/>
  </p:clrMapOvr>
</p:sld>
</file>

<file path=ppt/slides/slide1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6" id="366"/>
          <p:cNvPicPr>
            <a:picLocks noChangeAspect="true"/>
          </p:cNvPicPr>
          <p:nvPr/>
        </p:nvPicPr>
        <p:blipFill>
          <a:blip r:embed="rId3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6" id="3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"52.220.108.50",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"52.220.108.50/32",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"54.255.41.156",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"mask_len": 32,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"cidr": "54.255.41.156/32",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"mask": "255.255.255.255",</a:t>
            </a:r>
          </a:p>
        </p:txBody>
      </p:sp>
    </p:spTree>
  </p:cSld>
  <p:clrMapOvr>
    <a:masterClrMapping/>
  </p:clrMapOvr>
</p:sld>
</file>

<file path=ppt/slides/slide1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8" id="368"/>
          <p:cNvPicPr>
            <a:picLocks noChangeAspect="true"/>
          </p:cNvPicPr>
          <p:nvPr/>
        </p:nvPicPr>
        <p:blipFill>
          <a:blip r:embed="rId3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8" id="3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"region":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"ap-southeast-1"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"product":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"forge"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"direction": [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"egress"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],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"perimeter": "commercial"</a:t>
            </a:r>
          </a:p>
          <a:p>
            <a:r>
              <a:rPr lang="en-US" sz="3700">
                <a:solidFill>
                  <a:srgbClr val="252525"/>
                </a:solidFill>
              </a:rPr>
              <a:t>        },</a:t>
            </a:r>
          </a:p>
          <a:p>
            <a:r>
              <a:rPr lang="en-US" sz="3700">
                <a:solidFill>
                  <a:srgbClr val="252525"/>
                </a:solidFill>
              </a:rPr>
              <a:t>        {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"network": "52.77.196.9",</a:t>
            </a:r>
          </a:p>
          <a:p>
            <a:r>
              <a:rPr lang="en-US" sz="3700">
                <a:solidFill>
                  <a:srgbClr val="252525"/>
                </a:solidFill>
              </a:rPr>
              <a:t>      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