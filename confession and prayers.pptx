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 Id="rId8" Type="http://schemas.openxmlformats.org/officeDocument/2006/relationships/image" Target="../media/image8.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1" Type="http://schemas.openxmlformats.org/officeDocument/2006/relationships/image" Target="../media/image1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3" Type="http://schemas.openxmlformats.org/officeDocument/2006/relationships/image" Target="../media/image1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5" Type="http://schemas.openxmlformats.org/officeDocument/2006/relationships/image" Target="../media/image1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7" Type="http://schemas.openxmlformats.org/officeDocument/2006/relationships/image" Target="../media/image1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19" Type="http://schemas.openxmlformats.org/officeDocument/2006/relationships/image" Target="../media/image1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1" Type="http://schemas.openxmlformats.org/officeDocument/2006/relationships/image" Target="../media/image21.png"/><Relationship Id="rId23" Type="http://schemas.openxmlformats.org/officeDocument/2006/relationships/image" Target="../media/image2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 Id="rId28" Type="http://schemas.openxmlformats.org/officeDocument/2006/relationships/image" Target="../media/image28.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1. Deuteronomy 28: 1 to 14 say:And it shall come to pass, if thou shalt hearken diligently unto the voice of the LORD thy God, to observe and to do all his commandments which I command thee this day, that the LORD thy God will set thee on high above all nations of the earth:</a:t>
            </a:r>
          </a:p>
          <a:p>
            <a:r>
              <a:rPr lang="en-US" sz="5000"/>
              <a:t>  </a:t>
            </a:r>
          </a:p>
          <a:p>
            <a:r>
              <a:rPr lang="en-US" sz="3700">
                <a:solidFill>
                  <a:srgbClr val="252525"/>
                </a:solidFill>
              </a:rPr>
              <a:t>And all these blessings shall come on thee, and overtake thee, if thou shalt hearken unto the voice of the LORD thy God.</a:t>
            </a:r>
          </a:p>
          <a:p>
            <a:r>
              <a:rPr lang="en-US" sz="5000"/>
              <a:t>  </a:t>
            </a:r>
          </a:p>
          <a:p>
            <a:r>
              <a:rPr lang="en-US" sz="3700">
                <a:solidFill>
                  <a:srgbClr val="252525"/>
                </a:solidFill>
              </a:rPr>
              <a:t>Blessed shalt thou be in the city, and blessed shalt thou be in the field.</a:t>
            </a:r>
          </a:p>
          <a:p>
            <a:r>
              <a:rPr lang="en-US" sz="5000"/>
              <a:t>  </a:t>
            </a:r>
          </a:p>
          <a:p>
            <a:r>
              <a:rPr lang="en-US" sz="3700">
                <a:solidFill>
                  <a:srgbClr val="252525"/>
                </a:solidFill>
              </a:rPr>
              <a:t>Blessed shall be the fruit of thy body, and the fruit of thy ground, and the fruit of thy cattle, the increase of thy kine, and the flocks of thy sheep.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 id="4"/>
          <p:cNvPicPr>
            <a:picLocks noChangeAspect="true"/>
          </p:cNvPicPr>
          <p:nvPr/>
        </p:nvPicPr>
        <p:blipFill>
          <a:blip r:embed="rId4"/>
          <a:stretch>
            <a:fillRect/>
          </a:stretch>
        </p:blipFill>
        <p:spPr>
          <a:xfrm>
            <a:off x="0" y="127000"/>
            <a:ext cx="23749000" cy="16548100"/>
          </a:xfrm>
          <a:prstGeom prst="rect">
            <a:avLst/>
          </a:prstGeom>
        </p:spPr>
      </p:pic>
      <p:sp>
        <p:nvSpPr>
          <p:cNvPr name="TextBox 4" id="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Blessed shall be thy basket and thy store.</a:t>
            </a:r>
          </a:p>
          <a:p>
            <a:r>
              <a:rPr lang="en-US" sz="5000"/>
              <a:t>  </a:t>
            </a:r>
          </a:p>
          <a:p>
            <a:r>
              <a:rPr lang="en-US" sz="3700">
                <a:solidFill>
                  <a:srgbClr val="252525"/>
                </a:solidFill>
              </a:rPr>
              <a:t>Blessed shalt thou be when thou comest in, and blessed shalt thou be when thou goest out.</a:t>
            </a:r>
          </a:p>
          <a:p>
            <a:r>
              <a:rPr lang="en-US" sz="5000"/>
              <a:t>  </a:t>
            </a:r>
          </a:p>
          <a:p>
            <a:r>
              <a:rPr lang="en-US" sz="3700">
                <a:solidFill>
                  <a:srgbClr val="252525"/>
                </a:solidFill>
              </a:rPr>
              <a:t>The LORD shall cause thine enemies that rise up against thee to be smitten before thy face: they shall come out against thee one way, and flee before thee seven ways.</a:t>
            </a:r>
          </a:p>
          <a:p>
            <a:r>
              <a:rPr lang="en-US" sz="5000"/>
              <a:t>  </a:t>
            </a:r>
          </a:p>
          <a:p>
            <a:r>
              <a:rPr lang="en-US" sz="3700">
                <a:solidFill>
                  <a:srgbClr val="252525"/>
                </a:solidFill>
              </a:rPr>
              <a:t>The LORD shall command the blessing upon thee in thy storehouses, and in all that thou settest thine hand unto; and he shall bless thee in the land which the LORD thy God giveth thee.</a:t>
            </a:r>
          </a:p>
          <a:p>
            <a:r>
              <a:rPr lang="en-US" sz="5000"/>
              <a:t>  </a:t>
            </a:r>
          </a:p>
          <a:p>
            <a:r>
              <a:rPr lang="en-US" sz="3700">
                <a:solidFill>
                  <a:srgbClr val="252525"/>
                </a:solidFill>
              </a:rPr>
              <a:t>The LORD shall establish thee an holy people unto himself, as he hath sworn unto thee, if thou shalt keep the commandments of the LORD thy God, and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walk in his ways.</a:t>
            </a:r>
          </a:p>
          <a:p>
            <a:r>
              <a:rPr lang="en-US" sz="5000"/>
              <a:t>  </a:t>
            </a:r>
          </a:p>
          <a:p>
            <a:r>
              <a:rPr lang="en-US" sz="3700">
                <a:solidFill>
                  <a:srgbClr val="252525"/>
                </a:solidFill>
              </a:rPr>
              <a:t>And all people of the earth shall see that thou art called by the name of the LORD; and they shall be afraid of thee.</a:t>
            </a:r>
          </a:p>
          <a:p>
            <a:r>
              <a:rPr lang="en-US" sz="5000"/>
              <a:t>  </a:t>
            </a:r>
          </a:p>
          <a:p>
            <a:r>
              <a:rPr lang="en-US" sz="3700">
                <a:solidFill>
                  <a:srgbClr val="252525"/>
                </a:solidFill>
              </a:rPr>
              <a:t>And the LORD shall make thee plenteous in goods, in the fruit of thy body, and in the fruit of thy cattle, and in the fruit of thy ground, in the land which the LORD sware unto thy fathers to give thee.</a:t>
            </a:r>
          </a:p>
          <a:p>
            <a:r>
              <a:rPr lang="en-US" sz="5000"/>
              <a:t>  </a:t>
            </a:r>
          </a:p>
          <a:p>
            <a:r>
              <a:rPr lang="en-US" sz="3700">
                <a:solidFill>
                  <a:srgbClr val="252525"/>
                </a:solidFill>
              </a:rPr>
              <a:t>The LORD shall open unto thee his good treasure, the heaven to give the rain unto thy land in his season, and to bless all the work of thine hand: and thou shalt lend unto many nations, and thou shalt not borrow.</a:t>
            </a:r>
          </a:p>
          <a:p>
            <a:r>
              <a:rPr lang="en-US" sz="5000"/>
              <a:t>  </a:t>
            </a:r>
          </a:p>
          <a:p>
            <a:r>
              <a:rPr lang="en-US" sz="3700">
                <a:solidFill>
                  <a:srgbClr val="252525"/>
                </a:solidFill>
              </a:rPr>
              <a:t>And the LORD shall make thee the head, and not the tail; and thou shalt be above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only, and thou shalt not be beneath; if that thou hearken unto the commandments of the LORD thy God, which I command thee this day, to observe and to do them:</a:t>
            </a:r>
          </a:p>
          <a:p>
            <a:r>
              <a:rPr lang="en-US" sz="5000"/>
              <a:t>  </a:t>
            </a:r>
          </a:p>
          <a:p>
            <a:r>
              <a:rPr lang="en-US" sz="3700">
                <a:solidFill>
                  <a:srgbClr val="252525"/>
                </a:solidFill>
              </a:rPr>
              <a:t>And thou shalt not go aside from any of the words which I command thee this day, to the right hand, or to the left, to go after other gods to serve them.</a:t>
            </a:r>
          </a:p>
          <a:p>
            <a:r>
              <a:rPr lang="en-US" sz="5000"/>
              <a:t>  </a:t>
            </a:r>
          </a:p>
          <a:p>
            <a:r>
              <a:rPr lang="en-US" sz="3700">
                <a:solidFill>
                  <a:srgbClr val="252525"/>
                </a:solidFill>
              </a:rPr>
              <a:t/>
            </a:r>
          </a:p>
        </p:txBody>
      </p:sp>
      <p:pic>
        <p:nvPicPr>
          <p:cNvPr name="Picture 10" id="10"/>
          <p:cNvPicPr>
            <a:picLocks noChangeAspect="true"/>
          </p:cNvPicPr>
          <p:nvPr/>
        </p:nvPicPr>
        <p:blipFill>
          <a:blip r:embed="rId10"/>
          <a:stretch>
            <a:fillRect/>
          </a:stretch>
        </p:blipFill>
        <p:spPr>
          <a:xfrm>
            <a:off x="6451600" y="7899400"/>
            <a:ext cx="5194300" cy="69215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 id="11"/>
          <p:cNvPicPr>
            <a:picLocks noChangeAspect="true"/>
          </p:cNvPicPr>
          <p:nvPr/>
        </p:nvPicPr>
        <p:blipFill>
          <a:blip r:embed="rId11"/>
          <a:stretch>
            <a:fillRect/>
          </a:stretch>
        </p:blipFill>
        <p:spPr>
          <a:xfrm>
            <a:off x="0" y="127000"/>
            <a:ext cx="23749000" cy="16548100"/>
          </a:xfrm>
          <a:prstGeom prst="rect">
            <a:avLst/>
          </a:prstGeom>
        </p:spPr>
      </p:pic>
      <p:sp>
        <p:nvSpPr>
          <p:cNvPr name="TextBox 11" id="1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2. Psalm 35 say:Plead my cause, O LORD, with them that strive with me: fight against them that fight against me.</a:t>
            </a:r>
          </a:p>
          <a:p>
            <a:r>
              <a:rPr lang="en-US" sz="5000"/>
              <a:t>  </a:t>
            </a:r>
          </a:p>
          <a:p>
            <a:r>
              <a:rPr lang="en-US" sz="3700">
                <a:solidFill>
                  <a:srgbClr val="252525"/>
                </a:solidFill>
              </a:rPr>
              <a:t>Take hold of shield and buckler, and stand up for mine help.</a:t>
            </a:r>
          </a:p>
          <a:p>
            <a:r>
              <a:rPr lang="en-US" sz="5000"/>
              <a:t>  </a:t>
            </a:r>
          </a:p>
          <a:p>
            <a:r>
              <a:rPr lang="en-US" sz="3700">
                <a:solidFill>
                  <a:srgbClr val="252525"/>
                </a:solidFill>
              </a:rPr>
              <a:t>Draw out also the spear, and stop the way against them that persecute me: say unto my soul, I am thy salvation.</a:t>
            </a:r>
          </a:p>
          <a:p>
            <a:r>
              <a:rPr lang="en-US" sz="5000"/>
              <a:t>  </a:t>
            </a:r>
          </a:p>
          <a:p>
            <a:r>
              <a:rPr lang="en-US" sz="3700">
                <a:solidFill>
                  <a:srgbClr val="252525"/>
                </a:solidFill>
              </a:rPr>
              <a:t>Let them be confounded and put to shame that seek after my soul: let them be turned back and brought to confusion that devise my hurt.</a:t>
            </a:r>
          </a:p>
          <a:p>
            <a:r>
              <a:rPr lang="en-US" sz="5000"/>
              <a:t>  </a:t>
            </a:r>
          </a:p>
          <a:p>
            <a:r>
              <a:rPr lang="en-US" sz="3700">
                <a:solidFill>
                  <a:srgbClr val="252525"/>
                </a:solidFill>
              </a:rPr>
              <a:t>Let them be as chaff before the wind: and let the angel of the LORD chase them.</a:t>
            </a:r>
          </a:p>
          <a:p>
            <a:r>
              <a:rPr lang="en-US" sz="5000"/>
              <a:t>  </a:t>
            </a:r>
          </a:p>
          <a:p>
            <a:r>
              <a:rPr lang="en-US" sz="3700">
                <a:solidFill>
                  <a:srgbClr val="252525"/>
                </a:solidFill>
              </a:rPr>
              <a:t>Let their way be dark and slippery: and let the angel of the LORD persecute them.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 id="13"/>
          <p:cNvPicPr>
            <a:picLocks noChangeAspect="true"/>
          </p:cNvPicPr>
          <p:nvPr/>
        </p:nvPicPr>
        <p:blipFill>
          <a:blip r:embed="rId13"/>
          <a:stretch>
            <a:fillRect/>
          </a:stretch>
        </p:blipFill>
        <p:spPr>
          <a:xfrm>
            <a:off x="0" y="127000"/>
            <a:ext cx="23749000" cy="16548100"/>
          </a:xfrm>
          <a:prstGeom prst="rect">
            <a:avLst/>
          </a:prstGeom>
        </p:spPr>
      </p:pic>
      <p:sp>
        <p:nvSpPr>
          <p:cNvPr name="TextBox 13" id="14"/>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For without cause have they hid for me their net in a pit, which without cause they have digged for my soul.</a:t>
            </a:r>
          </a:p>
          <a:p>
            <a:r>
              <a:rPr lang="en-US" sz="5000"/>
              <a:t>  </a:t>
            </a:r>
          </a:p>
          <a:p>
            <a:r>
              <a:rPr lang="en-US" sz="3700">
                <a:solidFill>
                  <a:srgbClr val="252525"/>
                </a:solidFill>
              </a:rPr>
              <a:t>Let destruction come upon him at unawares; and let his net that he hath hid catch himself: into that very destruction let him fall.</a:t>
            </a:r>
          </a:p>
          <a:p>
            <a:r>
              <a:rPr lang="en-US" sz="5000"/>
              <a:t>  </a:t>
            </a:r>
          </a:p>
          <a:p>
            <a:r>
              <a:rPr lang="en-US" sz="3700">
                <a:solidFill>
                  <a:srgbClr val="252525"/>
                </a:solidFill>
              </a:rPr>
              <a:t>And my soul shall be joyful in the LORD: it shall rejoice in his salvation.</a:t>
            </a:r>
          </a:p>
          <a:p>
            <a:r>
              <a:rPr lang="en-US" sz="5000"/>
              <a:t>  </a:t>
            </a:r>
          </a:p>
          <a:p>
            <a:r>
              <a:rPr lang="en-US" sz="3700">
                <a:solidFill>
                  <a:srgbClr val="252525"/>
                </a:solidFill>
              </a:rPr>
              <a:t>All my bones shall say, LORD, who is like unto thee, which deliverest the poor from him that is too strong for him, yea, the poor and the needy from him that spoileth him?</a:t>
            </a:r>
          </a:p>
          <a:p>
            <a:r>
              <a:rPr lang="en-US" sz="5000"/>
              <a:t>  </a:t>
            </a:r>
          </a:p>
          <a:p>
            <a:r>
              <a:rPr lang="en-US" sz="3700">
                <a:solidFill>
                  <a:srgbClr val="252525"/>
                </a:solidFill>
              </a:rPr>
              <a:t>False witnesses did rise up; they laid to my charge things that I knew not.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 id="15"/>
          <p:cNvPicPr>
            <a:picLocks noChangeAspect="true"/>
          </p:cNvPicPr>
          <p:nvPr/>
        </p:nvPicPr>
        <p:blipFill>
          <a:blip r:embed="rId15"/>
          <a:stretch>
            <a:fillRect/>
          </a:stretch>
        </p:blipFill>
        <p:spPr>
          <a:xfrm>
            <a:off x="0" y="127000"/>
            <a:ext cx="23749000" cy="16548100"/>
          </a:xfrm>
          <a:prstGeom prst="rect">
            <a:avLst/>
          </a:prstGeom>
        </p:spPr>
      </p:pic>
      <p:sp>
        <p:nvSpPr>
          <p:cNvPr name="TextBox 15" id="16"/>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They rewarded me evil for good to the spoiling of my soul.</a:t>
            </a:r>
          </a:p>
          <a:p>
            <a:r>
              <a:rPr lang="en-US" sz="5000"/>
              <a:t>  </a:t>
            </a:r>
          </a:p>
          <a:p>
            <a:r>
              <a:rPr lang="en-US" sz="3700">
                <a:solidFill>
                  <a:srgbClr val="252525"/>
                </a:solidFill>
              </a:rPr>
              <a:t>But as for me, when they were sick, my clothing was sackcloth: I humbled my soul with fasting; and my prayer returned into mine own bosom.</a:t>
            </a:r>
          </a:p>
          <a:p>
            <a:r>
              <a:rPr lang="en-US" sz="5000"/>
              <a:t>  </a:t>
            </a:r>
          </a:p>
          <a:p>
            <a:r>
              <a:rPr lang="en-US" sz="3700">
                <a:solidFill>
                  <a:srgbClr val="252525"/>
                </a:solidFill>
              </a:rPr>
              <a:t>I behaved myself as though he had been my friend or brother: I bowed down heavily, as one that mourneth for his mother.</a:t>
            </a:r>
          </a:p>
          <a:p>
            <a:r>
              <a:rPr lang="en-US" sz="5000"/>
              <a:t>  </a:t>
            </a:r>
          </a:p>
          <a:p>
            <a:r>
              <a:rPr lang="en-US" sz="3700">
                <a:solidFill>
                  <a:srgbClr val="252525"/>
                </a:solidFill>
              </a:rPr>
              <a:t>But in mine adversity they rejoiced, and gathered themselves together: yea, the abjects gathered themselves together against me, and I knew it not; they did tear me, and ceased not:</a:t>
            </a:r>
          </a:p>
          <a:p>
            <a:r>
              <a:rPr lang="en-US" sz="5000"/>
              <a:t>  </a:t>
            </a:r>
          </a:p>
          <a:p>
            <a:r>
              <a:rPr lang="en-US" sz="3700">
                <a:solidFill>
                  <a:srgbClr val="252525"/>
                </a:solidFill>
              </a:rPr>
              <a:t>With hypocritical mockers in feasts, they gnashed upon me with their teeth.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 id="17"/>
          <p:cNvPicPr>
            <a:picLocks noChangeAspect="true"/>
          </p:cNvPicPr>
          <p:nvPr/>
        </p:nvPicPr>
        <p:blipFill>
          <a:blip r:embed="rId17"/>
          <a:stretch>
            <a:fillRect/>
          </a:stretch>
        </p:blipFill>
        <p:spPr>
          <a:xfrm>
            <a:off x="0" y="127000"/>
            <a:ext cx="23749000" cy="16548100"/>
          </a:xfrm>
          <a:prstGeom prst="rect">
            <a:avLst/>
          </a:prstGeom>
        </p:spPr>
      </p:pic>
      <p:sp>
        <p:nvSpPr>
          <p:cNvPr name="TextBox 17" id="18"/>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Lord, how long wilt thou look on? rescue my soul from their destructions, my darling from the lions.</a:t>
            </a:r>
          </a:p>
          <a:p>
            <a:r>
              <a:rPr lang="en-US" sz="5000"/>
              <a:t>  </a:t>
            </a:r>
          </a:p>
          <a:p>
            <a:r>
              <a:rPr lang="en-US" sz="3700">
                <a:solidFill>
                  <a:srgbClr val="252525"/>
                </a:solidFill>
              </a:rPr>
              <a:t>I will give thee thanks in the great congregation: I will praise thee among much people.</a:t>
            </a:r>
          </a:p>
          <a:p>
            <a:r>
              <a:rPr lang="en-US" sz="5000"/>
              <a:t>  </a:t>
            </a:r>
          </a:p>
          <a:p>
            <a:r>
              <a:rPr lang="en-US" sz="3700">
                <a:solidFill>
                  <a:srgbClr val="252525"/>
                </a:solidFill>
              </a:rPr>
              <a:t>Let not them that are mine enemies wrongfully rejoice over me: neither let them wink with the eye that hate me without a cause.</a:t>
            </a:r>
          </a:p>
          <a:p>
            <a:r>
              <a:rPr lang="en-US" sz="5000"/>
              <a:t>  </a:t>
            </a:r>
          </a:p>
          <a:p>
            <a:r>
              <a:rPr lang="en-US" sz="3700">
                <a:solidFill>
                  <a:srgbClr val="252525"/>
                </a:solidFill>
              </a:rPr>
              <a:t>For they speak not peace: but they devise deceitful matters against them that are quiet in the land.</a:t>
            </a:r>
          </a:p>
          <a:p>
            <a:r>
              <a:rPr lang="en-US" sz="5000"/>
              <a:t>  </a:t>
            </a:r>
          </a:p>
          <a:p>
            <a:r>
              <a:rPr lang="en-US" sz="3700">
                <a:solidFill>
                  <a:srgbClr val="252525"/>
                </a:solidFill>
              </a:rPr>
              <a:t>Yea, they opened their mouth wide against me, and said, Aha, aha, our eye hath seen it.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 id="19"/>
          <p:cNvPicPr>
            <a:picLocks noChangeAspect="true"/>
          </p:cNvPicPr>
          <p:nvPr/>
        </p:nvPicPr>
        <p:blipFill>
          <a:blip r:embed="rId19"/>
          <a:stretch>
            <a:fillRect/>
          </a:stretch>
        </p:blipFill>
        <p:spPr>
          <a:xfrm>
            <a:off x="0" y="127000"/>
            <a:ext cx="23749000" cy="16548100"/>
          </a:xfrm>
          <a:prstGeom prst="rect">
            <a:avLst/>
          </a:prstGeom>
        </p:spPr>
      </p:pic>
      <p:sp>
        <p:nvSpPr>
          <p:cNvPr name="TextBox 19" id="20"/>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thou hast seen, O LORD: keep not silence: O Lord, be not far from me.</a:t>
            </a:r>
          </a:p>
          <a:p>
            <a:r>
              <a:rPr lang="en-US" sz="5000"/>
              <a:t>  </a:t>
            </a:r>
          </a:p>
          <a:p>
            <a:r>
              <a:rPr lang="en-US" sz="3700">
                <a:solidFill>
                  <a:srgbClr val="252525"/>
                </a:solidFill>
              </a:rPr>
              <a:t>Stir up thyself, and awake to my judgment, even unto my cause, my God and my Lord.</a:t>
            </a:r>
          </a:p>
          <a:p>
            <a:r>
              <a:rPr lang="en-US" sz="5000"/>
              <a:t>  </a:t>
            </a:r>
          </a:p>
          <a:p>
            <a:r>
              <a:rPr lang="en-US" sz="3700">
                <a:solidFill>
                  <a:srgbClr val="252525"/>
                </a:solidFill>
              </a:rPr>
              <a:t>Judge me, O LORD my God, according to thy righteousness; and let them not rejoice over me.</a:t>
            </a:r>
          </a:p>
          <a:p>
            <a:r>
              <a:rPr lang="en-US" sz="5000"/>
              <a:t>  </a:t>
            </a:r>
          </a:p>
          <a:p>
            <a:r>
              <a:rPr lang="en-US" sz="3700">
                <a:solidFill>
                  <a:srgbClr val="252525"/>
                </a:solidFill>
              </a:rPr>
              <a:t>Let them not say in their hearts, Ah, so would we have it: let them not say, We have swallowed him up.</a:t>
            </a:r>
          </a:p>
          <a:p>
            <a:r>
              <a:rPr lang="en-US" sz="5000"/>
              <a:t>  </a:t>
            </a:r>
          </a:p>
          <a:p>
            <a:r>
              <a:rPr lang="en-US" sz="3700">
                <a:solidFill>
                  <a:srgbClr val="252525"/>
                </a:solidFill>
              </a:rPr>
              <a:t>Let them be ashamed and brought to confusion together that rejoice at mine hurt: let them be clothed with shame and dishonour that magnify themselves against me.</a:t>
            </a:r>
          </a:p>
          <a:p>
            <a:r>
              <a:rPr lang="en-US" sz="5000"/>
              <a:t>  </a:t>
            </a:r>
          </a:p>
          <a:p>
            <a:r>
              <a:rPr lang="en-US" sz="3700">
                <a:solidFill>
                  <a:srgbClr val="252525"/>
                </a:solidFill>
              </a:rPr>
              <a:t>Let them shout for joy, and be glad, that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 id="21"/>
          <p:cNvPicPr>
            <a:picLocks noChangeAspect="true"/>
          </p:cNvPicPr>
          <p:nvPr/>
        </p:nvPicPr>
        <p:blipFill>
          <a:blip r:embed="rId21"/>
          <a:stretch>
            <a:fillRect/>
          </a:stretch>
        </p:blipFill>
        <p:spPr>
          <a:xfrm>
            <a:off x="0" y="127000"/>
            <a:ext cx="23749000" cy="16548100"/>
          </a:xfrm>
          <a:prstGeom prst="rect">
            <a:avLst/>
          </a:prstGeom>
        </p:spPr>
      </p:pic>
      <p:sp>
        <p:nvSpPr>
          <p:cNvPr name="TextBox 21" id="2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favour my righteous cause: yea, let them say continually, Let the LORD be magnified, which hath pleasure in the prosperity of his servant.</a:t>
            </a:r>
          </a:p>
          <a:p>
            <a:r>
              <a:rPr lang="en-US" sz="5000"/>
              <a:t>  </a:t>
            </a:r>
          </a:p>
          <a:p>
            <a:r>
              <a:rPr lang="en-US" sz="3700">
                <a:solidFill>
                  <a:srgbClr val="252525"/>
                </a:solidFill>
              </a:rPr>
              <a:t>And my tongue shall speak of thy righteousness and of thy praise all the day long.</a:t>
            </a:r>
          </a:p>
          <a:p>
            <a:r>
              <a:rPr lang="en-US" sz="5000"/>
              <a:t>  </a:t>
            </a:r>
          </a:p>
          <a:p>
            <a:r>
              <a:rPr lang="en-US" sz="3700">
                <a:solidFill>
                  <a:srgbClr val="252525"/>
                </a:solidFill>
              </a:rPr>
              <a:t/>
            </a:r>
          </a:p>
        </p:txBody>
      </p:sp>
      <p:pic>
        <p:nvPicPr>
          <p:cNvPr name="Picture 23" id="23"/>
          <p:cNvPicPr>
            <a:picLocks noChangeAspect="true"/>
          </p:cNvPicPr>
          <p:nvPr/>
        </p:nvPicPr>
        <p:blipFill>
          <a:blip r:embed="rId23"/>
          <a:stretch>
            <a:fillRect/>
          </a:stretch>
        </p:blipFill>
        <p:spPr>
          <a:xfrm>
            <a:off x="6451600" y="7137400"/>
            <a:ext cx="5194300" cy="69215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3. Psalm 40:11 to 16 say: Withhold not thou thy tender mercies from me, O LORD: let thy lovingkindness and thy truth continually preserve me.</a:t>
            </a:r>
          </a:p>
          <a:p>
            <a:r>
              <a:rPr lang="en-US" sz="5000"/>
              <a:t>  </a:t>
            </a:r>
          </a:p>
          <a:p>
            <a:r>
              <a:rPr lang="en-US" sz="3700">
                <a:solidFill>
                  <a:srgbClr val="252525"/>
                </a:solidFill>
              </a:rPr>
              <a:t>For innumerable evils have compassed me about: mine iniquities have taken hold upon me, so that I am not able to look up; they are more than the hairs of mine head: therefore my heart faileth me.</a:t>
            </a:r>
          </a:p>
          <a:p>
            <a:r>
              <a:rPr lang="en-US" sz="5000"/>
              <a:t>  </a:t>
            </a:r>
          </a:p>
          <a:p>
            <a:r>
              <a:rPr lang="en-US" sz="3700">
                <a:solidFill>
                  <a:srgbClr val="252525"/>
                </a:solidFill>
              </a:rPr>
              <a:t>Be pleased, O LORD, to deliver me: O LORD, make haste to help me.</a:t>
            </a:r>
          </a:p>
          <a:p>
            <a:r>
              <a:rPr lang="en-US" sz="5000"/>
              <a:t>  </a:t>
            </a:r>
          </a:p>
          <a:p>
            <a:r>
              <a:rPr lang="en-US" sz="3700">
                <a:solidFill>
                  <a:srgbClr val="252525"/>
                </a:solidFill>
              </a:rPr>
              <a:t>Let them be ashamed and confounded together that seek after my soul to destroy it; let them be driven backward and put to shame that wish me evil.</a:t>
            </a:r>
          </a:p>
          <a:p>
            <a:r>
              <a:rPr lang="en-US" sz="5000"/>
              <a:t>  </a:t>
            </a:r>
          </a:p>
          <a:p>
            <a:r>
              <a:rPr lang="en-US" sz="3700">
                <a:solidFill>
                  <a:srgbClr val="252525"/>
                </a:solidFill>
              </a:rPr>
              <a:t>Let them be desolate for a reward of their shame that say unto me, Aha, aha.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Let all those that seek thee rejoice and be glad in thee: let such as love thy salvation say continually, The LORD be magnified.</a:t>
            </a:r>
          </a:p>
          <a:p>
            <a:r>
              <a:rPr lang="en-US" sz="3700">
                <a:solidFill>
                  <a:srgbClr val="252525"/>
                </a:solidFill>
              </a:rPr>
              <a:t/>
            </a:r>
          </a:p>
          <a:p>
            <a:r>
              <a:rPr lang="en-US" sz="5000"/>
              <a:t>  </a:t>
            </a:r>
          </a:p>
          <a:p>
            <a:r>
              <a:rPr lang="en-US" sz="5000"/>
              <a:t>  </a:t>
            </a:r>
          </a:p>
          <a:p>
            <a:r>
              <a:rPr lang="en-US" sz="5000"/>
              <a:t>  </a:t>
            </a:r>
          </a:p>
          <a:p>
            <a:r>
              <a:rPr lang="en-US" sz="3700">
                <a:solidFill>
                  <a:srgbClr val="252525"/>
                </a:solidFill>
              </a:rPr>
              <a:t>               THANK YOU JESUS CHRIST SON OF LIVING GOD. </a:t>
            </a:r>
          </a:p>
          <a:p>
            <a:r>
              <a:rPr lang="en-US" sz="3700">
                <a:solidFill>
                  <a:srgbClr val="252525"/>
                </a:solidFill>
              </a:rPr>
              <a:t>                             AMEN. </a:t>
            </a:r>
          </a:p>
          <a:p>
            <a:r>
              <a:rPr lang="en-US" sz="3700">
                <a:solidFill>
                  <a:srgbClr val="252525"/>
                </a:solidFill>
              </a:rPr>
              <a:t> </a:t>
            </a:r>
          </a:p>
        </p:txBody>
      </p:sp>
      <p:pic>
        <p:nvPicPr>
          <p:cNvPr name="Picture 28" id="28"/>
          <p:cNvPicPr>
            <a:picLocks noChangeAspect="true"/>
          </p:cNvPicPr>
          <p:nvPr/>
        </p:nvPicPr>
        <p:blipFill>
          <a:blip r:embed="rId28"/>
          <a:stretch>
            <a:fillRect/>
          </a:stretch>
        </p:blipFill>
        <p:spPr>
          <a:xfrm>
            <a:off x="6451600" y="3352800"/>
            <a:ext cx="5194300" cy="6921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